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13004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7" name="Shape 4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300480" latinLnBrk="0">
      <a:defRPr sz="1200">
        <a:latin typeface="+mj-lt"/>
        <a:ea typeface="+mj-ea"/>
        <a:cs typeface="+mj-cs"/>
        <a:sym typeface="Calibri"/>
      </a:defRPr>
    </a:lvl1pPr>
    <a:lvl2pPr indent="228600" defTabSz="1300480" latinLnBrk="0">
      <a:defRPr sz="1200">
        <a:latin typeface="+mj-lt"/>
        <a:ea typeface="+mj-ea"/>
        <a:cs typeface="+mj-cs"/>
        <a:sym typeface="Calibri"/>
      </a:defRPr>
    </a:lvl2pPr>
    <a:lvl3pPr indent="457200" defTabSz="1300480" latinLnBrk="0">
      <a:defRPr sz="1200">
        <a:latin typeface="+mj-lt"/>
        <a:ea typeface="+mj-ea"/>
        <a:cs typeface="+mj-cs"/>
        <a:sym typeface="Calibri"/>
      </a:defRPr>
    </a:lvl3pPr>
    <a:lvl4pPr indent="685800" defTabSz="1300480" latinLnBrk="0">
      <a:defRPr sz="1200">
        <a:latin typeface="+mj-lt"/>
        <a:ea typeface="+mj-ea"/>
        <a:cs typeface="+mj-cs"/>
        <a:sym typeface="Calibri"/>
      </a:defRPr>
    </a:lvl4pPr>
    <a:lvl5pPr indent="914400" defTabSz="1300480" latinLnBrk="0">
      <a:defRPr sz="1200">
        <a:latin typeface="+mj-lt"/>
        <a:ea typeface="+mj-ea"/>
        <a:cs typeface="+mj-cs"/>
        <a:sym typeface="Calibri"/>
      </a:defRPr>
    </a:lvl5pPr>
    <a:lvl6pPr indent="1143000" defTabSz="1300480" latinLnBrk="0">
      <a:defRPr sz="1200">
        <a:latin typeface="+mj-lt"/>
        <a:ea typeface="+mj-ea"/>
        <a:cs typeface="+mj-cs"/>
        <a:sym typeface="Calibri"/>
      </a:defRPr>
    </a:lvl6pPr>
    <a:lvl7pPr indent="1371600" defTabSz="1300480" latinLnBrk="0">
      <a:defRPr sz="1200">
        <a:latin typeface="+mj-lt"/>
        <a:ea typeface="+mj-ea"/>
        <a:cs typeface="+mj-cs"/>
        <a:sym typeface="Calibri"/>
      </a:defRPr>
    </a:lvl7pPr>
    <a:lvl8pPr indent="1600200" defTabSz="1300480" latinLnBrk="0">
      <a:defRPr sz="1200">
        <a:latin typeface="+mj-lt"/>
        <a:ea typeface="+mj-ea"/>
        <a:cs typeface="+mj-cs"/>
        <a:sym typeface="Calibri"/>
      </a:defRPr>
    </a:lvl8pPr>
    <a:lvl9pPr indent="1828800" defTabSz="130048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7" name="Shape 4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e du titre"/>
          <p:cNvSpPr txBox="1"/>
          <p:nvPr>
            <p:ph type="title"/>
          </p:nvPr>
        </p:nvSpPr>
        <p:spPr>
          <a:xfrm>
            <a:off x="3347719" y="3038474"/>
            <a:ext cx="6309362" cy="795339"/>
          </a:xfrm>
          <a:prstGeom prst="rect">
            <a:avLst/>
          </a:prstGeom>
        </p:spPr>
        <p:txBody>
          <a:bodyPr anchor="ctr"/>
          <a:lstStyle>
            <a:lvl1pPr algn="l">
              <a:defRPr sz="5800"/>
            </a:lvl1pPr>
          </a:lstStyle>
          <a:p>
            <a:pPr/>
            <a:r>
              <a:t>Texte du titre</a:t>
            </a:r>
          </a:p>
        </p:txBody>
      </p:sp>
      <p:sp>
        <p:nvSpPr>
          <p:cNvPr id="21" name="Texte niveau 1…"/>
          <p:cNvSpPr txBox="1"/>
          <p:nvPr>
            <p:ph type="body" sz="quarter" idx="1"/>
          </p:nvPr>
        </p:nvSpPr>
        <p:spPr>
          <a:xfrm>
            <a:off x="3347719" y="3914775"/>
            <a:ext cx="6309362" cy="2610804"/>
          </a:xfrm>
          <a:prstGeom prst="rect">
            <a:avLst/>
          </a:prstGeom>
        </p:spPr>
        <p:txBody>
          <a:bodyPr/>
          <a:lstStyle>
            <a:lvl1pPr marL="277585" indent="-277585" algn="l">
              <a:buSzPct val="100000"/>
              <a:buFont typeface="Arial"/>
              <a:buChar char="•"/>
              <a:defRPr sz="3400"/>
            </a:lvl1pPr>
            <a:lvl2pPr marL="781050" indent="-323850" algn="l">
              <a:buSzPct val="100000"/>
              <a:buFont typeface="Arial"/>
              <a:buChar char="•"/>
              <a:defRPr sz="3400"/>
            </a:lvl2pPr>
            <a:lvl3pPr marL="1303019" indent="-388619" algn="l">
              <a:buSzPct val="100000"/>
              <a:buFont typeface="Arial"/>
              <a:buChar char="•"/>
              <a:defRPr sz="3400"/>
            </a:lvl3pPr>
            <a:lvl4pPr marL="1803400" indent="-431800" algn="l">
              <a:buSzPct val="100000"/>
              <a:buFont typeface="Arial"/>
              <a:buChar char="•"/>
              <a:defRPr sz="3400"/>
            </a:lvl4pPr>
            <a:lvl5pPr marL="2260600" indent="-431800" algn="l">
              <a:buSzPct val="100000"/>
              <a:buFont typeface="Arial"/>
              <a:buChar char="•"/>
              <a:defRPr sz="3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/>
          <p:nvPr>
            <p:ph type="title"/>
          </p:nvPr>
        </p:nvSpPr>
        <p:spPr>
          <a:xfrm>
            <a:off x="3343909" y="3845242"/>
            <a:ext cx="6309362" cy="1711644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Texte du titre</a:t>
            </a:r>
          </a:p>
        </p:txBody>
      </p:sp>
      <p:sp>
        <p:nvSpPr>
          <p:cNvPr id="30" name="Texte niveau 1…"/>
          <p:cNvSpPr txBox="1"/>
          <p:nvPr>
            <p:ph type="body" sz="quarter" idx="1"/>
          </p:nvPr>
        </p:nvSpPr>
        <p:spPr>
          <a:xfrm>
            <a:off x="3343909" y="5573078"/>
            <a:ext cx="6309362" cy="900113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888888"/>
                </a:solidFill>
              </a:defRPr>
            </a:lvl1pPr>
            <a:lvl2pPr algn="l">
              <a:defRPr>
                <a:solidFill>
                  <a:srgbClr val="888888"/>
                </a:solidFill>
              </a:defRPr>
            </a:lvl2pPr>
            <a:lvl3pPr algn="l">
              <a:defRPr>
                <a:solidFill>
                  <a:srgbClr val="888888"/>
                </a:solidFill>
              </a:defRPr>
            </a:lvl3pPr>
            <a:lvl4pPr algn="l">
              <a:defRPr>
                <a:solidFill>
                  <a:srgbClr val="888888"/>
                </a:solidFill>
              </a:defRPr>
            </a:lvl4pPr>
            <a:lvl5pPr algn="l"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e du titre"/>
          <p:cNvSpPr txBox="1"/>
          <p:nvPr>
            <p:ph type="title"/>
          </p:nvPr>
        </p:nvSpPr>
        <p:spPr>
          <a:xfrm>
            <a:off x="3347719" y="3038474"/>
            <a:ext cx="6309362" cy="795339"/>
          </a:xfrm>
          <a:prstGeom prst="rect">
            <a:avLst/>
          </a:prstGeom>
        </p:spPr>
        <p:txBody>
          <a:bodyPr anchor="ctr"/>
          <a:lstStyle>
            <a:lvl1pPr algn="l">
              <a:defRPr sz="5800"/>
            </a:lvl1pPr>
          </a:lstStyle>
          <a:p>
            <a:pPr/>
            <a:r>
              <a:t>Texte du titre</a:t>
            </a:r>
          </a:p>
        </p:txBody>
      </p:sp>
      <p:sp>
        <p:nvSpPr>
          <p:cNvPr id="39" name="Texte niveau 1…"/>
          <p:cNvSpPr txBox="1"/>
          <p:nvPr>
            <p:ph type="body" sz="quarter" idx="1"/>
          </p:nvPr>
        </p:nvSpPr>
        <p:spPr>
          <a:xfrm>
            <a:off x="3347719" y="3914775"/>
            <a:ext cx="3108961" cy="2610804"/>
          </a:xfrm>
          <a:prstGeom prst="rect">
            <a:avLst/>
          </a:prstGeom>
        </p:spPr>
        <p:txBody>
          <a:bodyPr/>
          <a:lstStyle>
            <a:lvl1pPr marL="277585" indent="-277585" algn="l">
              <a:buSzPct val="100000"/>
              <a:buFont typeface="Arial"/>
              <a:buChar char="•"/>
              <a:defRPr sz="3400"/>
            </a:lvl1pPr>
            <a:lvl2pPr marL="781050" indent="-323850" algn="l">
              <a:buSzPct val="100000"/>
              <a:buFont typeface="Arial"/>
              <a:buChar char="•"/>
              <a:defRPr sz="3400"/>
            </a:lvl2pPr>
            <a:lvl3pPr marL="1303019" indent="-388619" algn="l">
              <a:buSzPct val="100000"/>
              <a:buFont typeface="Arial"/>
              <a:buChar char="•"/>
              <a:defRPr sz="3400"/>
            </a:lvl3pPr>
            <a:lvl4pPr marL="1803400" indent="-431800" algn="l">
              <a:buSzPct val="100000"/>
              <a:buFont typeface="Arial"/>
              <a:buChar char="•"/>
              <a:defRPr sz="3400"/>
            </a:lvl4pPr>
            <a:lvl5pPr marL="2260600" indent="-431800" algn="l">
              <a:buSzPct val="100000"/>
              <a:buFont typeface="Arial"/>
              <a:buChar char="•"/>
              <a:defRPr sz="3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 du titre"/>
          <p:cNvSpPr txBox="1"/>
          <p:nvPr>
            <p:ph type="title"/>
          </p:nvPr>
        </p:nvSpPr>
        <p:spPr>
          <a:xfrm>
            <a:off x="3348672" y="3038474"/>
            <a:ext cx="6309362" cy="795339"/>
          </a:xfrm>
          <a:prstGeom prst="rect">
            <a:avLst/>
          </a:prstGeom>
        </p:spPr>
        <p:txBody>
          <a:bodyPr anchor="ctr"/>
          <a:lstStyle>
            <a:lvl1pPr algn="l">
              <a:defRPr sz="5800"/>
            </a:lvl1pPr>
          </a:lstStyle>
          <a:p>
            <a:pPr/>
            <a:r>
              <a:t>Texte du titre</a:t>
            </a:r>
          </a:p>
        </p:txBody>
      </p:sp>
      <p:sp>
        <p:nvSpPr>
          <p:cNvPr id="48" name="Texte niveau 1…"/>
          <p:cNvSpPr txBox="1"/>
          <p:nvPr>
            <p:ph type="body" sz="quarter" idx="1"/>
          </p:nvPr>
        </p:nvSpPr>
        <p:spPr>
          <a:xfrm>
            <a:off x="3348672" y="3828097"/>
            <a:ext cx="3094674" cy="494349"/>
          </a:xfrm>
          <a:prstGeom prst="rect">
            <a:avLst/>
          </a:prstGeom>
        </p:spPr>
        <p:txBody>
          <a:bodyPr anchor="b"/>
          <a:lstStyle>
            <a:lvl1pPr algn="l">
              <a:defRPr b="1"/>
            </a:lvl1pPr>
            <a:lvl2pPr algn="l">
              <a:defRPr b="1"/>
            </a:lvl2pPr>
            <a:lvl3pPr algn="l">
              <a:defRPr b="1"/>
            </a:lvl3pPr>
            <a:lvl4pPr algn="l">
              <a:defRPr b="1"/>
            </a:lvl4pPr>
            <a:lvl5pPr algn="l">
              <a:defRPr b="1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9" name="Espace réservé du texte 4"/>
          <p:cNvSpPr/>
          <p:nvPr>
            <p:ph type="body" sz="quarter" idx="21"/>
          </p:nvPr>
        </p:nvSpPr>
        <p:spPr>
          <a:xfrm>
            <a:off x="6548120" y="3828097"/>
            <a:ext cx="3109914" cy="494349"/>
          </a:xfrm>
          <a:prstGeom prst="rect">
            <a:avLst/>
          </a:prstGeom>
          <a:ln w="12700"/>
        </p:spPr>
        <p:txBody>
          <a:bodyPr anchor="b"/>
          <a:lstStyle/>
          <a:p>
            <a:pPr algn="l">
              <a:defRPr b="1"/>
            </a:pPr>
          </a:p>
        </p:txBody>
      </p:sp>
      <p:sp>
        <p:nvSpPr>
          <p:cNvPr id="5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e du titre"/>
          <p:cNvSpPr txBox="1"/>
          <p:nvPr>
            <p:ph type="title"/>
          </p:nvPr>
        </p:nvSpPr>
        <p:spPr>
          <a:xfrm>
            <a:off x="3347719" y="3038474"/>
            <a:ext cx="6309362" cy="795339"/>
          </a:xfrm>
          <a:prstGeom prst="rect">
            <a:avLst/>
          </a:prstGeom>
        </p:spPr>
        <p:txBody>
          <a:bodyPr anchor="ctr"/>
          <a:lstStyle>
            <a:lvl1pPr algn="l">
              <a:defRPr sz="5800"/>
            </a:lvl1pPr>
          </a:lstStyle>
          <a:p>
            <a:pPr/>
            <a:r>
              <a:t>Texte du titre</a:t>
            </a:r>
          </a:p>
        </p:txBody>
      </p:sp>
      <p:sp>
        <p:nvSpPr>
          <p:cNvPr id="5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e du titre"/>
          <p:cNvSpPr txBox="1"/>
          <p:nvPr>
            <p:ph type="title"/>
          </p:nvPr>
        </p:nvSpPr>
        <p:spPr>
          <a:xfrm>
            <a:off x="3348672" y="3093719"/>
            <a:ext cx="2359344" cy="960121"/>
          </a:xfrm>
          <a:prstGeom prst="rect">
            <a:avLst/>
          </a:prstGeom>
        </p:spPr>
        <p:txBody>
          <a:bodyPr/>
          <a:lstStyle>
            <a:lvl1pPr algn="l">
              <a:defRPr sz="4000"/>
            </a:lvl1pPr>
          </a:lstStyle>
          <a:p>
            <a:pPr/>
            <a:r>
              <a:t>Texte du titre</a:t>
            </a:r>
          </a:p>
        </p:txBody>
      </p:sp>
      <p:sp>
        <p:nvSpPr>
          <p:cNvPr id="73" name="Texte niveau 1…"/>
          <p:cNvSpPr txBox="1"/>
          <p:nvPr>
            <p:ph type="body" sz="quarter" idx="1"/>
          </p:nvPr>
        </p:nvSpPr>
        <p:spPr>
          <a:xfrm>
            <a:off x="5954712" y="3411854"/>
            <a:ext cx="3703322" cy="2924176"/>
          </a:xfrm>
          <a:prstGeom prst="rect">
            <a:avLst/>
          </a:prstGeom>
        </p:spPr>
        <p:txBody>
          <a:bodyPr/>
          <a:lstStyle>
            <a:lvl1pPr marL="285750" indent="-285750" algn="l">
              <a:buSzPct val="100000"/>
              <a:buFont typeface="Arial"/>
              <a:buChar char="•"/>
              <a:defRPr sz="4000"/>
            </a:lvl1pPr>
            <a:lvl2pPr marL="783771" indent="-326571" algn="l">
              <a:buSzPct val="100000"/>
              <a:buFont typeface="Arial"/>
              <a:buChar char="•"/>
              <a:defRPr sz="4000"/>
            </a:lvl2pPr>
            <a:lvl3pPr marL="1295400" indent="-381000" algn="l">
              <a:buSzPct val="100000"/>
              <a:buFont typeface="Arial"/>
              <a:buChar char="•"/>
              <a:defRPr sz="4000"/>
            </a:lvl3pPr>
            <a:lvl4pPr marL="1828800" indent="-457200" algn="l">
              <a:buSzPct val="100000"/>
              <a:buFont typeface="Arial"/>
              <a:buChar char="•"/>
              <a:defRPr sz="4000"/>
            </a:lvl4pPr>
            <a:lvl5pPr marL="2286000" indent="-457200" algn="l">
              <a:buSzPct val="100000"/>
              <a:buFont typeface="Arial"/>
              <a:buChar char="•"/>
              <a:defRPr sz="40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4" name="Espace réservé du texte 3"/>
          <p:cNvSpPr/>
          <p:nvPr>
            <p:ph type="body" sz="quarter" idx="21"/>
          </p:nvPr>
        </p:nvSpPr>
        <p:spPr>
          <a:xfrm>
            <a:off x="3348671" y="4053839"/>
            <a:ext cx="2359344" cy="2286955"/>
          </a:xfrm>
          <a:prstGeom prst="rect">
            <a:avLst/>
          </a:prstGeom>
          <a:ln w="12700"/>
        </p:spPr>
        <p:txBody>
          <a:bodyPr/>
          <a:lstStyle/>
          <a:p>
            <a:pPr algn="l">
              <a:defRPr sz="1800"/>
            </a:pPr>
          </a:p>
        </p:txBody>
      </p:sp>
      <p:sp>
        <p:nvSpPr>
          <p:cNvPr id="7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e du titre"/>
          <p:cNvSpPr txBox="1"/>
          <p:nvPr>
            <p:ph type="title"/>
          </p:nvPr>
        </p:nvSpPr>
        <p:spPr>
          <a:xfrm>
            <a:off x="3348672" y="3093719"/>
            <a:ext cx="2359344" cy="960121"/>
          </a:xfrm>
          <a:prstGeom prst="rect">
            <a:avLst/>
          </a:prstGeom>
        </p:spPr>
        <p:txBody>
          <a:bodyPr/>
          <a:lstStyle>
            <a:lvl1pPr algn="l">
              <a:defRPr sz="4000"/>
            </a:lvl1pPr>
          </a:lstStyle>
          <a:p>
            <a:pPr/>
            <a:r>
              <a:t>Texte du titre</a:t>
            </a:r>
          </a:p>
        </p:txBody>
      </p:sp>
      <p:sp>
        <p:nvSpPr>
          <p:cNvPr id="83" name="Espace réservé pour une image  2"/>
          <p:cNvSpPr/>
          <p:nvPr>
            <p:ph type="pic" sz="quarter" idx="21"/>
          </p:nvPr>
        </p:nvSpPr>
        <p:spPr>
          <a:xfrm>
            <a:off x="5954712" y="3411854"/>
            <a:ext cx="3703322" cy="2924176"/>
          </a:xfrm>
          <a:prstGeom prst="rect">
            <a:avLst/>
          </a:prstGeom>
          <a:ln w="12700"/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Texte niveau 1…"/>
          <p:cNvSpPr txBox="1"/>
          <p:nvPr>
            <p:ph type="body" sz="quarter" idx="1"/>
          </p:nvPr>
        </p:nvSpPr>
        <p:spPr>
          <a:xfrm>
            <a:off x="3348672" y="4053839"/>
            <a:ext cx="2359344" cy="2286955"/>
          </a:xfrm>
          <a:prstGeom prst="rect">
            <a:avLst/>
          </a:prstGeom>
        </p:spPr>
        <p:txBody>
          <a:bodyPr/>
          <a:lstStyle>
            <a:lvl1pPr algn="l">
              <a:defRPr sz="1800"/>
            </a:lvl1pPr>
            <a:lvl2pPr algn="l">
              <a:defRPr sz="1800"/>
            </a:lvl2pPr>
            <a:lvl3pPr algn="l">
              <a:defRPr sz="1800"/>
            </a:lvl3pPr>
            <a:lvl4pPr algn="l">
              <a:defRPr sz="1800"/>
            </a:lvl4pPr>
            <a:lvl5pPr algn="l">
              <a:defRPr sz="1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e du titre"/>
          <p:cNvSpPr txBox="1"/>
          <p:nvPr>
            <p:ph type="title"/>
          </p:nvPr>
        </p:nvSpPr>
        <p:spPr>
          <a:xfrm>
            <a:off x="3347719" y="3038474"/>
            <a:ext cx="6309362" cy="795339"/>
          </a:xfrm>
          <a:prstGeom prst="rect">
            <a:avLst/>
          </a:prstGeom>
        </p:spPr>
        <p:txBody>
          <a:bodyPr anchor="ctr"/>
          <a:lstStyle>
            <a:lvl1pPr algn="l">
              <a:defRPr sz="5800"/>
            </a:lvl1pPr>
          </a:lstStyle>
          <a:p>
            <a:pPr/>
            <a:r>
              <a:t>Texte du titre</a:t>
            </a:r>
          </a:p>
        </p:txBody>
      </p:sp>
      <p:sp>
        <p:nvSpPr>
          <p:cNvPr id="93" name="Texte niveau 1…"/>
          <p:cNvSpPr txBox="1"/>
          <p:nvPr>
            <p:ph type="body" sz="quarter" idx="1"/>
          </p:nvPr>
        </p:nvSpPr>
        <p:spPr>
          <a:xfrm>
            <a:off x="3347719" y="3914775"/>
            <a:ext cx="6309362" cy="2610804"/>
          </a:xfrm>
          <a:prstGeom prst="rect">
            <a:avLst/>
          </a:prstGeom>
        </p:spPr>
        <p:txBody>
          <a:bodyPr/>
          <a:lstStyle>
            <a:lvl1pPr marL="277585" indent="-277585" algn="l">
              <a:buSzPct val="100000"/>
              <a:buFont typeface="Arial"/>
              <a:buChar char="•"/>
              <a:defRPr sz="3400"/>
            </a:lvl1pPr>
            <a:lvl2pPr marL="781050" indent="-323850" algn="l">
              <a:buSzPct val="100000"/>
              <a:buFont typeface="Arial"/>
              <a:buChar char="•"/>
              <a:defRPr sz="3400"/>
            </a:lvl2pPr>
            <a:lvl3pPr marL="1303019" indent="-388619" algn="l">
              <a:buSzPct val="100000"/>
              <a:buFont typeface="Arial"/>
              <a:buChar char="•"/>
              <a:defRPr sz="3400"/>
            </a:lvl3pPr>
            <a:lvl4pPr marL="1803400" indent="-431800" algn="l">
              <a:buSzPct val="100000"/>
              <a:buFont typeface="Arial"/>
              <a:buChar char="•"/>
              <a:defRPr sz="3400"/>
            </a:lvl4pPr>
            <a:lvl5pPr marL="2260600" indent="-431800" algn="l">
              <a:buSzPct val="100000"/>
              <a:buFont typeface="Arial"/>
              <a:buChar char="•"/>
              <a:defRPr sz="3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e du titre"/>
          <p:cNvSpPr txBox="1"/>
          <p:nvPr>
            <p:ph type="title"/>
          </p:nvPr>
        </p:nvSpPr>
        <p:spPr>
          <a:xfrm>
            <a:off x="8079740" y="3038474"/>
            <a:ext cx="1577341" cy="3487104"/>
          </a:xfrm>
          <a:prstGeom prst="rect">
            <a:avLst/>
          </a:prstGeom>
        </p:spPr>
        <p:txBody>
          <a:bodyPr anchor="ctr"/>
          <a:lstStyle>
            <a:lvl1pPr algn="l">
              <a:defRPr sz="5800"/>
            </a:lvl1pPr>
          </a:lstStyle>
          <a:p>
            <a:pPr/>
            <a:r>
              <a:t>Texte du titre</a:t>
            </a:r>
          </a:p>
        </p:txBody>
      </p:sp>
      <p:sp>
        <p:nvSpPr>
          <p:cNvPr id="102" name="Texte niveau 1…"/>
          <p:cNvSpPr txBox="1"/>
          <p:nvPr>
            <p:ph type="body" sz="quarter" idx="1"/>
          </p:nvPr>
        </p:nvSpPr>
        <p:spPr>
          <a:xfrm>
            <a:off x="3347719" y="3038474"/>
            <a:ext cx="4640581" cy="3487104"/>
          </a:xfrm>
          <a:prstGeom prst="rect">
            <a:avLst/>
          </a:prstGeom>
        </p:spPr>
        <p:txBody>
          <a:bodyPr/>
          <a:lstStyle>
            <a:lvl1pPr marL="277585" indent="-277585" algn="l">
              <a:buSzPct val="100000"/>
              <a:buFont typeface="Arial"/>
              <a:buChar char="•"/>
              <a:defRPr sz="3400"/>
            </a:lvl1pPr>
            <a:lvl2pPr marL="781050" indent="-323850" algn="l">
              <a:buSzPct val="100000"/>
              <a:buFont typeface="Arial"/>
              <a:buChar char="•"/>
              <a:defRPr sz="3400"/>
            </a:lvl2pPr>
            <a:lvl3pPr marL="1303019" indent="-388619" algn="l">
              <a:buSzPct val="100000"/>
              <a:buFont typeface="Arial"/>
              <a:buChar char="•"/>
              <a:defRPr sz="3400"/>
            </a:lvl3pPr>
            <a:lvl4pPr marL="1803400" indent="-431800" algn="l">
              <a:buSzPct val="100000"/>
              <a:buFont typeface="Arial"/>
              <a:buChar char="•"/>
              <a:defRPr sz="3400"/>
            </a:lvl4pPr>
            <a:lvl5pPr marL="2260600" indent="-431800" algn="l">
              <a:buSzPct val="100000"/>
              <a:buFont typeface="Arial"/>
              <a:buChar char="•"/>
              <a:defRPr sz="3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0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110" name="Straight Connector 31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1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1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4" name="Isosceles Triangle 26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8" name="Isosceles Triangle 30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9" name="Isosceles Triangle 18"/>
            <p:cNvSpPr/>
            <p:nvPr/>
          </p:nvSpPr>
          <p:spPr>
            <a:xfrm rot="10800000">
              <a:off x="-1" y="5080"/>
              <a:ext cx="505559" cy="3399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21" name="Texte du titre"/>
          <p:cNvSpPr txBox="1"/>
          <p:nvPr>
            <p:ph type="title"/>
          </p:nvPr>
        </p:nvSpPr>
        <p:spPr>
          <a:xfrm>
            <a:off x="3749039" y="4262120"/>
            <a:ext cx="4660164" cy="987782"/>
          </a:xfrm>
          <a:prstGeom prst="rect">
            <a:avLst/>
          </a:prstGeom>
        </p:spPr>
        <p:txBody>
          <a:bodyPr/>
          <a:lstStyle>
            <a:lvl1pPr algn="r" defTabSz="650240">
              <a:lnSpc>
                <a:spcPct val="100000"/>
              </a:lnSpc>
              <a:defRPr sz="72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122" name="Texte niveau 1…"/>
          <p:cNvSpPr txBox="1"/>
          <p:nvPr>
            <p:ph type="body" sz="quarter" idx="1"/>
          </p:nvPr>
        </p:nvSpPr>
        <p:spPr>
          <a:xfrm>
            <a:off x="3749039" y="5249899"/>
            <a:ext cx="4660164" cy="658141"/>
          </a:xfrm>
          <a:prstGeom prst="rect">
            <a:avLst/>
          </a:prstGeom>
        </p:spPr>
        <p:txBody>
          <a:bodyPr/>
          <a:lstStyle>
            <a:lvl1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23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130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3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3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4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8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9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41" name="Texte du titre"/>
          <p:cNvSpPr txBox="1"/>
          <p:nvPr>
            <p:ph type="title"/>
          </p:nvPr>
        </p:nvSpPr>
        <p:spPr>
          <a:xfrm>
            <a:off x="3251199" y="3185159"/>
            <a:ext cx="5158003" cy="792481"/>
          </a:xfrm>
          <a:prstGeom prst="rect">
            <a:avLst/>
          </a:prstGeom>
        </p:spPr>
        <p:txBody>
          <a:bodyPr anchor="t"/>
          <a:lstStyle>
            <a:lvl1pPr algn="l" defTabSz="650240">
              <a:lnSpc>
                <a:spcPct val="100000"/>
              </a:lnSpc>
              <a:defRPr sz="46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142" name="Texte niveau 1…"/>
          <p:cNvSpPr txBox="1"/>
          <p:nvPr>
            <p:ph type="body" sz="quarter" idx="1"/>
          </p:nvPr>
        </p:nvSpPr>
        <p:spPr>
          <a:xfrm>
            <a:off x="3251199" y="4115753"/>
            <a:ext cx="5158003" cy="2328465"/>
          </a:xfrm>
          <a:prstGeom prst="rect">
            <a:avLst/>
          </a:prstGeom>
        </p:spPr>
        <p:txBody>
          <a:bodyPr/>
          <a:lstStyle>
            <a:lvl1pPr marL="3810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814387" indent="-357187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40971" indent="-326571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526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098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43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150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5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5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4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8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9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61" name="Texte du titre"/>
          <p:cNvSpPr txBox="1"/>
          <p:nvPr>
            <p:ph type="title"/>
          </p:nvPr>
        </p:nvSpPr>
        <p:spPr>
          <a:xfrm>
            <a:off x="3251200" y="4439920"/>
            <a:ext cx="5158002" cy="1095949"/>
          </a:xfrm>
          <a:prstGeom prst="rect">
            <a:avLst/>
          </a:prstGeom>
        </p:spPr>
        <p:txBody>
          <a:bodyPr/>
          <a:lstStyle>
            <a:lvl1pPr algn="l" defTabSz="650240">
              <a:lnSpc>
                <a:spcPct val="100000"/>
              </a:lnSpc>
              <a:defRPr sz="52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162" name="Texte niveau 1…"/>
          <p:cNvSpPr txBox="1"/>
          <p:nvPr>
            <p:ph type="body" sz="quarter" idx="1"/>
          </p:nvPr>
        </p:nvSpPr>
        <p:spPr>
          <a:xfrm>
            <a:off x="3251200" y="5535868"/>
            <a:ext cx="5158002" cy="516241"/>
          </a:xfrm>
          <a:prstGeom prst="rect">
            <a:avLst/>
          </a:prstGeom>
        </p:spPr>
        <p:txBody>
          <a:bodyPr/>
          <a:lstStyle>
            <a:lvl1pPr algn="l" defTabSz="650240">
              <a:lnSpc>
                <a:spcPct val="100000"/>
              </a:lnSpc>
              <a:defRPr sz="24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 sz="24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 sz="24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 sz="24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 sz="24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63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170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7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7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4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8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9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81" name="Texte du titre"/>
          <p:cNvSpPr txBox="1"/>
          <p:nvPr>
            <p:ph type="title"/>
          </p:nvPr>
        </p:nvSpPr>
        <p:spPr>
          <a:xfrm>
            <a:off x="3251199" y="3185159"/>
            <a:ext cx="5158003" cy="792481"/>
          </a:xfrm>
          <a:prstGeom prst="rect">
            <a:avLst/>
          </a:prstGeom>
        </p:spPr>
        <p:txBody>
          <a:bodyPr anchor="t"/>
          <a:lstStyle>
            <a:lvl1pPr algn="l" defTabSz="650240">
              <a:lnSpc>
                <a:spcPct val="100000"/>
              </a:lnSpc>
              <a:defRPr sz="46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182" name="Texte niveau 1…"/>
          <p:cNvSpPr txBox="1"/>
          <p:nvPr>
            <p:ph type="body" sz="quarter" idx="1"/>
          </p:nvPr>
        </p:nvSpPr>
        <p:spPr>
          <a:xfrm>
            <a:off x="3251199" y="4115753"/>
            <a:ext cx="2510423" cy="2328464"/>
          </a:xfrm>
          <a:prstGeom prst="rect">
            <a:avLst/>
          </a:prstGeom>
        </p:spPr>
        <p:txBody>
          <a:bodyPr/>
          <a:lstStyle>
            <a:lvl1pPr marL="3810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814387" indent="-357187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40971" indent="-326571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526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098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83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190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9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19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4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8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9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01" name="Texte du titre"/>
          <p:cNvSpPr txBox="1"/>
          <p:nvPr>
            <p:ph type="title"/>
          </p:nvPr>
        </p:nvSpPr>
        <p:spPr>
          <a:xfrm>
            <a:off x="3251199" y="3185159"/>
            <a:ext cx="5158003" cy="792481"/>
          </a:xfrm>
          <a:prstGeom prst="rect">
            <a:avLst/>
          </a:prstGeom>
        </p:spPr>
        <p:txBody>
          <a:bodyPr anchor="t"/>
          <a:lstStyle>
            <a:lvl1pPr algn="l" defTabSz="650240">
              <a:lnSpc>
                <a:spcPct val="100000"/>
              </a:lnSpc>
              <a:defRPr sz="46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202" name="Texte niveau 1…"/>
          <p:cNvSpPr txBox="1"/>
          <p:nvPr>
            <p:ph type="body" sz="quarter" idx="1"/>
          </p:nvPr>
        </p:nvSpPr>
        <p:spPr>
          <a:xfrm>
            <a:off x="3250246" y="4115989"/>
            <a:ext cx="2511375" cy="345758"/>
          </a:xfrm>
          <a:prstGeom prst="rect">
            <a:avLst/>
          </a:prstGeom>
        </p:spPr>
        <p:txBody>
          <a:bodyPr anchor="b"/>
          <a:lstStyle>
            <a:lvl1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03" name="Text Placeholder 4"/>
          <p:cNvSpPr/>
          <p:nvPr>
            <p:ph type="body" sz="quarter" idx="21"/>
          </p:nvPr>
        </p:nvSpPr>
        <p:spPr>
          <a:xfrm>
            <a:off x="5897829" y="4115989"/>
            <a:ext cx="2511372" cy="345758"/>
          </a:xfrm>
          <a:prstGeom prst="rect">
            <a:avLst/>
          </a:prstGeom>
          <a:ln w="12700"/>
        </p:spPr>
        <p:txBody>
          <a:bodyPr anchor="b"/>
          <a:lstStyle/>
          <a:p>
            <a: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4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211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12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13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4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5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6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7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8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9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20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22" name="Texte du titre"/>
          <p:cNvSpPr txBox="1"/>
          <p:nvPr>
            <p:ph type="title"/>
          </p:nvPr>
        </p:nvSpPr>
        <p:spPr>
          <a:xfrm>
            <a:off x="3251199" y="3185159"/>
            <a:ext cx="5158003" cy="792481"/>
          </a:xfrm>
          <a:prstGeom prst="rect">
            <a:avLst/>
          </a:prstGeom>
        </p:spPr>
        <p:txBody>
          <a:bodyPr anchor="t"/>
          <a:lstStyle>
            <a:lvl1pPr algn="l" defTabSz="650240">
              <a:lnSpc>
                <a:spcPct val="100000"/>
              </a:lnSpc>
              <a:defRPr sz="46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223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230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3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3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4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8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9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41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248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49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50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1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2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3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4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5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6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7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59" name="Texte du titre"/>
          <p:cNvSpPr txBox="1"/>
          <p:nvPr>
            <p:ph type="title"/>
          </p:nvPr>
        </p:nvSpPr>
        <p:spPr>
          <a:xfrm>
            <a:off x="3251199" y="3718562"/>
            <a:ext cx="2312718" cy="767080"/>
          </a:xfrm>
          <a:prstGeom prst="rect">
            <a:avLst/>
          </a:prstGeom>
        </p:spPr>
        <p:txBody>
          <a:bodyPr/>
          <a:lstStyle>
            <a:lvl1pPr algn="l" defTabSz="650240">
              <a:lnSpc>
                <a:spcPct val="100000"/>
              </a:lnSpc>
              <a:defRPr sz="24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260" name="Texte niveau 1…"/>
          <p:cNvSpPr txBox="1"/>
          <p:nvPr>
            <p:ph type="body" sz="quarter" idx="1"/>
          </p:nvPr>
        </p:nvSpPr>
        <p:spPr>
          <a:xfrm>
            <a:off x="5701076" y="3128354"/>
            <a:ext cx="2708126" cy="3315863"/>
          </a:xfrm>
          <a:prstGeom prst="rect">
            <a:avLst/>
          </a:prstGeom>
        </p:spPr>
        <p:txBody>
          <a:bodyPr/>
          <a:lstStyle>
            <a:lvl1pPr marL="3810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814387" indent="-357187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40971" indent="-326571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526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098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1" name="Text Placeholder 3"/>
          <p:cNvSpPr/>
          <p:nvPr>
            <p:ph type="body" sz="quarter" idx="21"/>
          </p:nvPr>
        </p:nvSpPr>
        <p:spPr>
          <a:xfrm>
            <a:off x="3251200" y="4485641"/>
            <a:ext cx="2312718" cy="1550670"/>
          </a:xfrm>
          <a:prstGeom prst="rect">
            <a:avLst/>
          </a:prstGeom>
          <a:ln w="12700"/>
        </p:spPr>
        <p:txBody>
          <a:bodyPr/>
          <a:lstStyle/>
          <a:p>
            <a:pPr algn="l" defTabSz="650240">
              <a:lnSpc>
                <a:spcPct val="100000"/>
              </a:lnSpc>
              <a:defRPr sz="1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62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269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70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71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2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3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4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5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6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7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8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80" name="Texte du titre"/>
          <p:cNvSpPr txBox="1"/>
          <p:nvPr>
            <p:ph type="title"/>
          </p:nvPr>
        </p:nvSpPr>
        <p:spPr>
          <a:xfrm>
            <a:off x="3251199" y="5699760"/>
            <a:ext cx="5158002" cy="340044"/>
          </a:xfrm>
          <a:prstGeom prst="rect">
            <a:avLst/>
          </a:prstGeom>
        </p:spPr>
        <p:txBody>
          <a:bodyPr/>
          <a:lstStyle>
            <a:lvl1pPr algn="l" defTabSz="650240">
              <a:lnSpc>
                <a:spcPct val="100000"/>
              </a:lnSpc>
              <a:defRPr sz="30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281" name="Picture Placeholder 2"/>
          <p:cNvSpPr/>
          <p:nvPr>
            <p:ph type="pic" sz="quarter" idx="21"/>
          </p:nvPr>
        </p:nvSpPr>
        <p:spPr>
          <a:xfrm>
            <a:off x="3251199" y="3185159"/>
            <a:ext cx="5158003" cy="2307432"/>
          </a:xfrm>
          <a:prstGeom prst="rect">
            <a:avLst/>
          </a:prstGeom>
          <a:ln w="12700"/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82" name="Texte niveau 1…"/>
          <p:cNvSpPr txBox="1"/>
          <p:nvPr>
            <p:ph type="body" sz="quarter" idx="1"/>
          </p:nvPr>
        </p:nvSpPr>
        <p:spPr>
          <a:xfrm>
            <a:off x="3251199" y="6039803"/>
            <a:ext cx="5158002" cy="404415"/>
          </a:xfrm>
          <a:prstGeom prst="rect">
            <a:avLst/>
          </a:prstGeom>
        </p:spPr>
        <p:txBody>
          <a:bodyPr/>
          <a:lstStyle>
            <a:lvl1pPr algn="l" defTabSz="650240">
              <a:lnSpc>
                <a:spcPct val="100000"/>
              </a:lnSpc>
              <a:defRPr sz="12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 sz="12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 sz="12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 sz="12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 sz="12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83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290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9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29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4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8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9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01" name="Texte du titre"/>
          <p:cNvSpPr txBox="1"/>
          <p:nvPr>
            <p:ph type="title"/>
          </p:nvPr>
        </p:nvSpPr>
        <p:spPr>
          <a:xfrm>
            <a:off x="3251200" y="3185159"/>
            <a:ext cx="5158002" cy="2042161"/>
          </a:xfrm>
          <a:prstGeom prst="rect">
            <a:avLst/>
          </a:prstGeom>
        </p:spPr>
        <p:txBody>
          <a:bodyPr anchor="ctr"/>
          <a:lstStyle>
            <a:lvl1pPr algn="l" defTabSz="650240">
              <a:lnSpc>
                <a:spcPct val="100000"/>
              </a:lnSpc>
              <a:defRPr sz="58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302" name="Texte niveau 1…"/>
          <p:cNvSpPr txBox="1"/>
          <p:nvPr>
            <p:ph type="body" sz="quarter" idx="1"/>
          </p:nvPr>
        </p:nvSpPr>
        <p:spPr>
          <a:xfrm>
            <a:off x="3251200" y="5501640"/>
            <a:ext cx="5158002" cy="942578"/>
          </a:xfrm>
          <a:prstGeom prst="rect">
            <a:avLst/>
          </a:prstGeom>
        </p:spPr>
        <p:txBody>
          <a:bodyPr anchor="ctr"/>
          <a:lstStyle>
            <a:lvl1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03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310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11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12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3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4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5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6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7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8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9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21" name="Texte du titre"/>
          <p:cNvSpPr txBox="1"/>
          <p:nvPr>
            <p:ph type="title"/>
          </p:nvPr>
        </p:nvSpPr>
        <p:spPr>
          <a:xfrm>
            <a:off x="3403600" y="3185159"/>
            <a:ext cx="4856482" cy="1813561"/>
          </a:xfrm>
          <a:prstGeom prst="rect">
            <a:avLst/>
          </a:prstGeom>
        </p:spPr>
        <p:txBody>
          <a:bodyPr anchor="ctr"/>
          <a:lstStyle>
            <a:lvl1pPr algn="l" defTabSz="650240">
              <a:lnSpc>
                <a:spcPct val="100000"/>
              </a:lnSpc>
              <a:defRPr sz="58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322" name="Texte niveau 1…"/>
          <p:cNvSpPr txBox="1"/>
          <p:nvPr>
            <p:ph type="body" sz="quarter" idx="1"/>
          </p:nvPr>
        </p:nvSpPr>
        <p:spPr>
          <a:xfrm>
            <a:off x="3664483" y="4998720"/>
            <a:ext cx="4334716" cy="228601"/>
          </a:xfrm>
          <a:prstGeom prst="rect">
            <a:avLst/>
          </a:prstGeom>
        </p:spPr>
        <p:txBody>
          <a:bodyPr anchor="ctr"/>
          <a:lstStyle>
            <a:lvl1pPr algn="l" defTabSz="650240">
              <a:lnSpc>
                <a:spcPct val="100000"/>
              </a:lnSpc>
              <a:defRPr sz="18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 sz="18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 sz="18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 sz="18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 sz="18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23" name="Text Placeholder 2"/>
          <p:cNvSpPr/>
          <p:nvPr>
            <p:ph type="body" sz="quarter" idx="21"/>
          </p:nvPr>
        </p:nvSpPr>
        <p:spPr>
          <a:xfrm>
            <a:off x="3251200" y="5501640"/>
            <a:ext cx="5158002" cy="942578"/>
          </a:xfrm>
          <a:prstGeom prst="rect">
            <a:avLst/>
          </a:prstGeom>
          <a:ln w="12700"/>
        </p:spPr>
        <p:txBody>
          <a:bodyPr anchor="ctr"/>
          <a:lstStyle/>
          <a:p>
            <a: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324" name="TextBox 19"/>
          <p:cNvSpPr txBox="1"/>
          <p:nvPr/>
        </p:nvSpPr>
        <p:spPr>
          <a:xfrm>
            <a:off x="3169921" y="2670313"/>
            <a:ext cx="365761" cy="15974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sz="10800">
                <a:solidFill>
                  <a:srgbClr val="FCA6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325" name="TextBox 21"/>
          <p:cNvSpPr txBox="1"/>
          <p:nvPr/>
        </p:nvSpPr>
        <p:spPr>
          <a:xfrm>
            <a:off x="8180606" y="3928020"/>
            <a:ext cx="365761" cy="15974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sz="10800">
                <a:solidFill>
                  <a:srgbClr val="FCA6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326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333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34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35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36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37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38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39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0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1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2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44" name="Texte du titre"/>
          <p:cNvSpPr txBox="1"/>
          <p:nvPr>
            <p:ph type="title"/>
          </p:nvPr>
        </p:nvSpPr>
        <p:spPr>
          <a:xfrm>
            <a:off x="3251200" y="3978592"/>
            <a:ext cx="5158002" cy="1557277"/>
          </a:xfrm>
          <a:prstGeom prst="rect">
            <a:avLst/>
          </a:prstGeom>
        </p:spPr>
        <p:txBody>
          <a:bodyPr/>
          <a:lstStyle>
            <a:lvl1pPr algn="l" defTabSz="650240">
              <a:lnSpc>
                <a:spcPct val="100000"/>
              </a:lnSpc>
              <a:defRPr sz="58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345" name="Texte niveau 1…"/>
          <p:cNvSpPr txBox="1"/>
          <p:nvPr>
            <p:ph type="body" sz="quarter" idx="1"/>
          </p:nvPr>
        </p:nvSpPr>
        <p:spPr>
          <a:xfrm>
            <a:off x="3251200" y="5535868"/>
            <a:ext cx="5158002" cy="908350"/>
          </a:xfrm>
          <a:prstGeom prst="rect">
            <a:avLst/>
          </a:prstGeom>
        </p:spPr>
        <p:txBody>
          <a:bodyPr/>
          <a:lstStyle>
            <a:lvl1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46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353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54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55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56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57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58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59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0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1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2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64" name="Texte du titre"/>
          <p:cNvSpPr txBox="1"/>
          <p:nvPr>
            <p:ph type="title"/>
          </p:nvPr>
        </p:nvSpPr>
        <p:spPr>
          <a:xfrm>
            <a:off x="3403600" y="3185159"/>
            <a:ext cx="4856482" cy="1813561"/>
          </a:xfrm>
          <a:prstGeom prst="rect">
            <a:avLst/>
          </a:prstGeom>
        </p:spPr>
        <p:txBody>
          <a:bodyPr anchor="ctr"/>
          <a:lstStyle>
            <a:lvl1pPr algn="l" defTabSz="650240">
              <a:lnSpc>
                <a:spcPct val="100000"/>
              </a:lnSpc>
              <a:defRPr sz="58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365" name="Texte niveau 1…"/>
          <p:cNvSpPr txBox="1"/>
          <p:nvPr>
            <p:ph type="body" sz="quarter" idx="1"/>
          </p:nvPr>
        </p:nvSpPr>
        <p:spPr>
          <a:xfrm>
            <a:off x="3251198" y="5227320"/>
            <a:ext cx="5158003" cy="308549"/>
          </a:xfrm>
          <a:prstGeom prst="rect">
            <a:avLst/>
          </a:prstGeom>
        </p:spPr>
        <p:txBody>
          <a:bodyPr anchor="b"/>
          <a:lstStyle>
            <a:lvl1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66" name="Text Placeholder 2"/>
          <p:cNvSpPr/>
          <p:nvPr>
            <p:ph type="body" sz="quarter" idx="21"/>
          </p:nvPr>
        </p:nvSpPr>
        <p:spPr>
          <a:xfrm>
            <a:off x="3251200" y="5535868"/>
            <a:ext cx="5158002" cy="908350"/>
          </a:xfrm>
          <a:prstGeom prst="rect">
            <a:avLst/>
          </a:prstGeom>
          <a:ln w="12700"/>
        </p:spPr>
        <p:txBody>
          <a:bodyPr/>
          <a:lstStyle/>
          <a:p>
            <a:pPr algn="l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367" name="TextBox 23"/>
          <p:cNvSpPr txBox="1"/>
          <p:nvPr/>
        </p:nvSpPr>
        <p:spPr>
          <a:xfrm>
            <a:off x="3169921" y="2670313"/>
            <a:ext cx="365761" cy="15974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sz="10800">
                <a:solidFill>
                  <a:srgbClr val="FCA6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368" name="TextBox 24"/>
          <p:cNvSpPr txBox="1"/>
          <p:nvPr/>
        </p:nvSpPr>
        <p:spPr>
          <a:xfrm>
            <a:off x="8180606" y="3928020"/>
            <a:ext cx="365761" cy="15974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sz="10800">
                <a:solidFill>
                  <a:srgbClr val="FCA6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369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376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77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78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79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80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81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82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83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84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85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87" name="Texte du titre"/>
          <p:cNvSpPr txBox="1"/>
          <p:nvPr>
            <p:ph type="title"/>
          </p:nvPr>
        </p:nvSpPr>
        <p:spPr>
          <a:xfrm>
            <a:off x="3256278" y="3185159"/>
            <a:ext cx="5152924" cy="1813561"/>
          </a:xfrm>
          <a:prstGeom prst="rect">
            <a:avLst/>
          </a:prstGeom>
        </p:spPr>
        <p:txBody>
          <a:bodyPr anchor="ctr"/>
          <a:lstStyle>
            <a:lvl1pPr algn="l" defTabSz="650240">
              <a:lnSpc>
                <a:spcPct val="100000"/>
              </a:lnSpc>
              <a:defRPr sz="58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388" name="Texte niveau 1…"/>
          <p:cNvSpPr txBox="1"/>
          <p:nvPr>
            <p:ph type="body" sz="quarter" idx="1"/>
          </p:nvPr>
        </p:nvSpPr>
        <p:spPr>
          <a:xfrm>
            <a:off x="3251198" y="5227320"/>
            <a:ext cx="5158003" cy="308549"/>
          </a:xfrm>
          <a:prstGeom prst="rect">
            <a:avLst/>
          </a:prstGeom>
        </p:spPr>
        <p:txBody>
          <a:bodyPr anchor="b"/>
          <a:lstStyle>
            <a:lvl1pPr algn="l" defTabSz="650240">
              <a:lnSpc>
                <a:spcPct val="100000"/>
              </a:lnSpc>
              <a:defRPr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defTabSz="650240">
              <a:lnSpc>
                <a:spcPct val="100000"/>
              </a:lnSpc>
              <a:defRPr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defTabSz="650240">
              <a:lnSpc>
                <a:spcPct val="100000"/>
              </a:lnSpc>
              <a:defRPr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defTabSz="650240">
              <a:lnSpc>
                <a:spcPct val="100000"/>
              </a:lnSpc>
              <a:defRPr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defTabSz="650240">
              <a:lnSpc>
                <a:spcPct val="100000"/>
              </a:lnSpc>
              <a:defRPr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89" name="Text Placeholder 2"/>
          <p:cNvSpPr/>
          <p:nvPr>
            <p:ph type="body" sz="quarter" idx="21"/>
          </p:nvPr>
        </p:nvSpPr>
        <p:spPr>
          <a:xfrm>
            <a:off x="3251200" y="5535868"/>
            <a:ext cx="5158002" cy="908350"/>
          </a:xfrm>
          <a:prstGeom prst="rect">
            <a:avLst/>
          </a:prstGeom>
          <a:ln w="12700"/>
        </p:spPr>
        <p:txBody>
          <a:bodyPr/>
          <a:lstStyle/>
          <a:p>
            <a:pPr algn="l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390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397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98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399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00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01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02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03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04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05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06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408" name="Texte du titre"/>
          <p:cNvSpPr txBox="1"/>
          <p:nvPr>
            <p:ph type="title"/>
          </p:nvPr>
        </p:nvSpPr>
        <p:spPr>
          <a:xfrm>
            <a:off x="3251199" y="3185159"/>
            <a:ext cx="5158003" cy="792481"/>
          </a:xfrm>
          <a:prstGeom prst="rect">
            <a:avLst/>
          </a:prstGeom>
        </p:spPr>
        <p:txBody>
          <a:bodyPr anchor="t"/>
          <a:lstStyle>
            <a:lvl1pPr algn="l" defTabSz="650240">
              <a:lnSpc>
                <a:spcPct val="100000"/>
              </a:lnSpc>
              <a:defRPr sz="46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409" name="Texte niveau 1…"/>
          <p:cNvSpPr txBox="1"/>
          <p:nvPr>
            <p:ph type="body" sz="quarter" idx="1"/>
          </p:nvPr>
        </p:nvSpPr>
        <p:spPr>
          <a:xfrm>
            <a:off x="3251199" y="4115753"/>
            <a:ext cx="5158003" cy="2328465"/>
          </a:xfrm>
          <a:prstGeom prst="rect">
            <a:avLst/>
          </a:prstGeom>
        </p:spPr>
        <p:txBody>
          <a:bodyPr/>
          <a:lstStyle>
            <a:lvl1pPr marL="3810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814387" indent="-357187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40971" indent="-326571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526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098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10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417" name="Straight Connector 19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418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/>
            </a:p>
          </p:txBody>
        </p:sp>
        <p:sp>
          <p:nvSpPr>
            <p:cNvPr id="419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A6B54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20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21" name="Isosceles Triangle 23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BB56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22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1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23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FCA698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24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B54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25" name="Isosceles Triangle 27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26" name="Isosceles Triangle 28"/>
            <p:cNvSpPr/>
            <p:nvPr/>
          </p:nvSpPr>
          <p:spPr>
            <a:xfrm>
              <a:off x="-1" y="2413000"/>
              <a:ext cx="269241" cy="1706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A6B54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428" name="Texte du titre"/>
          <p:cNvSpPr txBox="1"/>
          <p:nvPr>
            <p:ph type="title"/>
          </p:nvPr>
        </p:nvSpPr>
        <p:spPr>
          <a:xfrm>
            <a:off x="7625404" y="3185159"/>
            <a:ext cx="782847" cy="3150872"/>
          </a:xfrm>
          <a:prstGeom prst="rect">
            <a:avLst/>
          </a:prstGeom>
        </p:spPr>
        <p:txBody>
          <a:bodyPr anchor="ctr"/>
          <a:lstStyle>
            <a:lvl1pPr algn="l" defTabSz="650240">
              <a:lnSpc>
                <a:spcPct val="100000"/>
              </a:lnSpc>
              <a:defRPr sz="46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429" name="Texte niveau 1…"/>
          <p:cNvSpPr txBox="1"/>
          <p:nvPr>
            <p:ph type="body" sz="quarter" idx="1"/>
          </p:nvPr>
        </p:nvSpPr>
        <p:spPr>
          <a:xfrm>
            <a:off x="3251200" y="3185159"/>
            <a:ext cx="4236092" cy="3150872"/>
          </a:xfrm>
          <a:prstGeom prst="rect">
            <a:avLst/>
          </a:prstGeom>
        </p:spPr>
        <p:txBody>
          <a:bodyPr/>
          <a:lstStyle>
            <a:lvl1pPr marL="3810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814387" indent="-357187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40971" indent="-326571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526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09800" indent="-381000" algn="l" defTabSz="650240">
              <a:lnSpc>
                <a:spcPct val="100000"/>
              </a:lnSpc>
              <a:buClr>
                <a:srgbClr val="FA6B54"/>
              </a:buClr>
              <a:buSzPct val="80000"/>
              <a:buFont typeface="Helvetica"/>
              <a:buChar char="•"/>
              <a:defRPr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30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A6B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roup 6"/>
          <p:cNvGrpSpPr/>
          <p:nvPr/>
        </p:nvGrpSpPr>
        <p:grpSpPr>
          <a:xfrm>
            <a:off x="2844799" y="2814319"/>
            <a:ext cx="7315202" cy="4119882"/>
            <a:chOff x="0" y="0"/>
            <a:chExt cx="7315201" cy="4119881"/>
          </a:xfrm>
        </p:grpSpPr>
        <p:sp>
          <p:nvSpPr>
            <p:cNvPr id="437" name="Straight Connector 31"/>
            <p:cNvSpPr/>
            <p:nvPr/>
          </p:nvSpPr>
          <p:spPr>
            <a:xfrm>
              <a:off x="5622608" y="5079"/>
              <a:ext cx="731521" cy="4114803"/>
            </a:xfrm>
            <a:prstGeom prst="line">
              <a:avLst/>
            </a:prstGeom>
            <a:noFill/>
            <a:ln w="317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38" name="Straight Connector 20"/>
            <p:cNvSpPr/>
            <p:nvPr/>
          </p:nvSpPr>
          <p:spPr>
            <a:xfrm flipH="1">
              <a:off x="4455160" y="2213928"/>
              <a:ext cx="2858137" cy="1905953"/>
            </a:xfrm>
            <a:prstGeom prst="line">
              <a:avLst/>
            </a:prstGeom>
            <a:noFill/>
            <a:ln w="317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39" name="Rectangle 23"/>
            <p:cNvSpPr/>
            <p:nvPr/>
          </p:nvSpPr>
          <p:spPr>
            <a:xfrm>
              <a:off x="5508886" y="0"/>
              <a:ext cx="1804411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90A7D0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40" name="Rectangle 25"/>
            <p:cNvSpPr/>
            <p:nvPr/>
          </p:nvSpPr>
          <p:spPr>
            <a:xfrm>
              <a:off x="5762065" y="0"/>
              <a:ext cx="155313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A7D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41" name="Isosceles Triangle 26"/>
            <p:cNvSpPr/>
            <p:nvPr/>
          </p:nvSpPr>
          <p:spPr>
            <a:xfrm>
              <a:off x="5359400" y="1833880"/>
              <a:ext cx="1955802" cy="2286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B88BAC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42" name="Rectangle 27"/>
            <p:cNvSpPr/>
            <p:nvPr/>
          </p:nvSpPr>
          <p:spPr>
            <a:xfrm>
              <a:off x="5600701" y="0"/>
              <a:ext cx="17125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5C87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43" name="Rectangle 28"/>
            <p:cNvSpPr/>
            <p:nvPr/>
          </p:nvSpPr>
          <p:spPr>
            <a:xfrm>
              <a:off x="6539239" y="0"/>
              <a:ext cx="774058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BCCAE3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44" name="Rectangle 29"/>
            <p:cNvSpPr/>
            <p:nvPr/>
          </p:nvSpPr>
          <p:spPr>
            <a:xfrm>
              <a:off x="6563400" y="0"/>
              <a:ext cx="749896" cy="41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A7D0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45" name="Isosceles Triangle 30"/>
            <p:cNvSpPr/>
            <p:nvPr/>
          </p:nvSpPr>
          <p:spPr>
            <a:xfrm>
              <a:off x="6223000" y="2159000"/>
              <a:ext cx="1090297" cy="1960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90A7D0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446" name="Isosceles Triangle 18"/>
            <p:cNvSpPr/>
            <p:nvPr/>
          </p:nvSpPr>
          <p:spPr>
            <a:xfrm rot="10800000">
              <a:off x="-1" y="5080"/>
              <a:ext cx="505559" cy="3399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90A7D0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7432" tIns="27432" rIns="27432" bIns="27432" numCol="1" anchor="t">
              <a:noAutofit/>
            </a:bodyPr>
            <a:lstStyle/>
            <a:p>
              <a:pPr defTabSz="650240">
                <a:defRPr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448" name="Texte du titre"/>
          <p:cNvSpPr txBox="1"/>
          <p:nvPr>
            <p:ph type="title"/>
          </p:nvPr>
        </p:nvSpPr>
        <p:spPr>
          <a:xfrm>
            <a:off x="3749039" y="4262120"/>
            <a:ext cx="4660164" cy="987782"/>
          </a:xfrm>
          <a:prstGeom prst="rect">
            <a:avLst/>
          </a:prstGeom>
        </p:spPr>
        <p:txBody>
          <a:bodyPr/>
          <a:lstStyle>
            <a:lvl1pPr algn="r" defTabSz="650240">
              <a:lnSpc>
                <a:spcPct val="100000"/>
              </a:lnSpc>
              <a:defRPr sz="7200">
                <a:solidFill>
                  <a:srgbClr val="90A7D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449" name="Texte niveau 1…"/>
          <p:cNvSpPr txBox="1"/>
          <p:nvPr>
            <p:ph type="body" sz="quarter" idx="1"/>
          </p:nvPr>
        </p:nvSpPr>
        <p:spPr>
          <a:xfrm>
            <a:off x="3749039" y="5249899"/>
            <a:ext cx="4660164" cy="658141"/>
          </a:xfrm>
          <a:prstGeom prst="rect">
            <a:avLst/>
          </a:prstGeom>
        </p:spPr>
        <p:txBody>
          <a:bodyPr/>
          <a:lstStyle>
            <a:lvl1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r" defTabSz="650240">
              <a:lnSpc>
                <a:spcPct val="100000"/>
              </a:lnSpc>
              <a:defRPr sz="2000">
                <a:solidFill>
                  <a:srgbClr val="80808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50" name="Numéro de diapositive"/>
          <p:cNvSpPr txBox="1"/>
          <p:nvPr>
            <p:ph type="sldNum" sz="quarter" idx="2"/>
          </p:nvPr>
        </p:nvSpPr>
        <p:spPr>
          <a:xfrm>
            <a:off x="8221756" y="6462823"/>
            <a:ext cx="187446" cy="181865"/>
          </a:xfrm>
          <a:prstGeom prst="rect">
            <a:avLst/>
          </a:prstGeom>
        </p:spPr>
        <p:txBody>
          <a:bodyPr/>
          <a:lstStyle>
            <a:lvl1pPr defTabSz="650240">
              <a:defRPr sz="900">
                <a:solidFill>
                  <a:srgbClr val="90A7D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3759199" y="3492817"/>
            <a:ext cx="5486402" cy="143256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b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3759199" y="4980622"/>
            <a:ext cx="5486402" cy="99345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9429674" y="6626415"/>
            <a:ext cx="227407" cy="232665"/>
          </a:xfrm>
          <a:prstGeom prst="rect">
            <a:avLst/>
          </a:prstGeom>
          <a:ln w="3175">
            <a:miter lim="400000"/>
          </a:ln>
        </p:spPr>
        <p:txBody>
          <a:bodyPr wrap="none" lIns="27432" tIns="27432" rIns="27432" bIns="27432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transition xmlns:p14="http://schemas.microsoft.com/office/powerpoint/2010/main" spd="med" advClick="1"/>
  <p:txStyles>
    <p:titleStyle>
      <a:lvl1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0" marR="0" indent="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4572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9144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13716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18288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22860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27432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32004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3657600" algn="ctr" defTabSz="1300480" rtl="0" latinLnBrk="0">
        <a:lnSpc>
          <a:spcPct val="9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itre 1"/>
          <p:cNvSpPr txBox="1"/>
          <p:nvPr>
            <p:ph type="title"/>
          </p:nvPr>
        </p:nvSpPr>
        <p:spPr>
          <a:xfrm>
            <a:off x="771259" y="1277341"/>
            <a:ext cx="11462282" cy="4649302"/>
          </a:xfrm>
          <a:prstGeom prst="rect">
            <a:avLst/>
          </a:prstGeom>
        </p:spPr>
        <p:txBody>
          <a:bodyPr/>
          <a:lstStyle>
            <a:lvl1pPr algn="ctr" defTabSz="650240">
              <a:lnSpc>
                <a:spcPct val="100000"/>
              </a:lnSpc>
              <a:defRPr b="1" sz="8000">
                <a:solidFill>
                  <a:srgbClr val="404040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L’appropriation, la gestion et l’exploitation des corps célestes</a:t>
            </a:r>
          </a:p>
        </p:txBody>
      </p:sp>
      <p:sp>
        <p:nvSpPr>
          <p:cNvPr id="460" name="Ellipse 4"/>
          <p:cNvSpPr/>
          <p:nvPr/>
        </p:nvSpPr>
        <p:spPr>
          <a:xfrm>
            <a:off x="3833724" y="5987513"/>
            <a:ext cx="886431" cy="893985"/>
          </a:xfrm>
          <a:prstGeom prst="ellipse">
            <a:avLst/>
          </a:prstGeom>
          <a:solidFill>
            <a:srgbClr val="598494"/>
          </a:solidFill>
          <a:ln w="3175" cap="rnd">
            <a:solidFill>
              <a:srgbClr val="588394"/>
            </a:solidFill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61" name="Ellipse 7"/>
          <p:cNvSpPr/>
          <p:nvPr/>
        </p:nvSpPr>
        <p:spPr>
          <a:xfrm>
            <a:off x="4717965" y="5988349"/>
            <a:ext cx="893318" cy="892313"/>
          </a:xfrm>
          <a:prstGeom prst="ellipse">
            <a:avLst/>
          </a:prstGeom>
          <a:solidFill>
            <a:srgbClr val="6EA0AF"/>
          </a:solidFill>
          <a:ln w="3175" cap="rnd">
            <a:solidFill>
              <a:srgbClr val="699AA9"/>
            </a:solidFill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BB56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62" name="Ellipse 6"/>
          <p:cNvSpPr/>
          <p:nvPr/>
        </p:nvSpPr>
        <p:spPr>
          <a:xfrm>
            <a:off x="5613400" y="5990006"/>
            <a:ext cx="889000" cy="889001"/>
          </a:xfrm>
          <a:prstGeom prst="ellipse">
            <a:avLst/>
          </a:prstGeom>
          <a:solidFill>
            <a:srgbClr val="72BABA"/>
          </a:solidFill>
          <a:ln w="3175" cap="rnd">
            <a:solidFill>
              <a:srgbClr val="72BABA"/>
            </a:solidFill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63" name="Ellipse 5"/>
          <p:cNvSpPr/>
          <p:nvPr/>
        </p:nvSpPr>
        <p:spPr>
          <a:xfrm>
            <a:off x="6504528" y="5990006"/>
            <a:ext cx="889001" cy="889001"/>
          </a:xfrm>
          <a:prstGeom prst="ellipse">
            <a:avLst/>
          </a:prstGeom>
          <a:solidFill>
            <a:srgbClr val="5B7193"/>
          </a:solidFill>
          <a:ln w="3175" cap="rnd">
            <a:solidFill>
              <a:srgbClr val="567295"/>
            </a:solidFill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64" name="Ellipse 8"/>
          <p:cNvSpPr/>
          <p:nvPr/>
        </p:nvSpPr>
        <p:spPr>
          <a:xfrm>
            <a:off x="7394857" y="5990006"/>
            <a:ext cx="889001" cy="889001"/>
          </a:xfrm>
          <a:prstGeom prst="ellipse">
            <a:avLst/>
          </a:prstGeom>
          <a:solidFill>
            <a:srgbClr val="7F8EC2"/>
          </a:solidFill>
          <a:ln w="3175" cap="rnd">
            <a:solidFill>
              <a:srgbClr val="7F8EC2"/>
            </a:solidFill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65" name="Ellipse 3"/>
          <p:cNvSpPr/>
          <p:nvPr/>
        </p:nvSpPr>
        <p:spPr>
          <a:xfrm>
            <a:off x="8286774" y="5990006"/>
            <a:ext cx="889001" cy="889001"/>
          </a:xfrm>
          <a:prstGeom prst="ellipse">
            <a:avLst/>
          </a:prstGeom>
          <a:solidFill>
            <a:srgbClr val="90A7D0"/>
          </a:solidFill>
          <a:ln w="3175" cap="rnd">
            <a:solidFill>
              <a:srgbClr val="90A7D0"/>
            </a:solidFill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2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75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200"/>
                            </p:stCondLst>
                            <p:childTnLst>
                              <p:par>
                                <p:cTn id="17" presetClass="entr" nodeType="afterEffect" presetID="9" grpId="4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2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400"/>
                            </p:stCondLst>
                            <p:childTnLst>
                              <p:par>
                                <p:cTn id="21" presetClass="entr" nodeType="afterEffect" presetID="9" grpId="5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3" dur="2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900"/>
                            </p:stCondLst>
                            <p:childTnLst>
                              <p:par>
                                <p:cTn id="25" presetClass="entr" nodeType="afterEffect" presetID="9" grpId="6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7" dur="2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0"/>
                            </p:stCondLst>
                            <p:childTnLst>
                              <p:par>
                                <p:cTn id="29" presetClass="entr" nodeType="afterEffect" presetSubtype="32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9" grpId="7"/>
      <p:bldP build="whole" bldLvl="1" animBg="1" rev="0" advAuto="0" spid="462" grpId="2"/>
      <p:bldP build="whole" bldLvl="1" animBg="1" rev="0" advAuto="0" spid="464" grpId="4"/>
      <p:bldP build="whole" bldLvl="1" animBg="1" rev="0" advAuto="0" spid="460" grpId="1"/>
      <p:bldP build="whole" bldLvl="1" animBg="1" rev="0" advAuto="0" spid="461" grpId="3"/>
      <p:bldP build="whole" bldLvl="1" animBg="1" rev="0" advAuto="0" spid="463" grpId="5"/>
      <p:bldP build="whole" bldLvl="1" animBg="1" rev="0" advAuto="0" spid="465" grpId="6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Rectangle 5"/>
          <p:cNvSpPr/>
          <p:nvPr/>
        </p:nvSpPr>
        <p:spPr>
          <a:xfrm>
            <a:off x="-19782" y="-18496"/>
            <a:ext cx="3263901" cy="10954413"/>
          </a:xfrm>
          <a:prstGeom prst="rect">
            <a:avLst/>
          </a:prstGeom>
          <a:solidFill>
            <a:srgbClr val="6EA0AF"/>
          </a:solidFill>
          <a:ln w="3175">
            <a:solidFill>
              <a:srgbClr val="6EA0AF"/>
            </a:solidFill>
            <a:miter/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Rectangle 6"/>
          <p:cNvSpPr/>
          <p:nvPr/>
        </p:nvSpPr>
        <p:spPr>
          <a:xfrm>
            <a:off x="3228705" y="-18496"/>
            <a:ext cx="3251201" cy="10954413"/>
          </a:xfrm>
          <a:prstGeom prst="rect">
            <a:avLst/>
          </a:prstGeom>
          <a:solidFill>
            <a:srgbClr val="72BABA"/>
          </a:solidFill>
          <a:ln w="3175">
            <a:solidFill>
              <a:srgbClr val="72BABA"/>
            </a:solidFill>
            <a:miter/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Rectangle 8"/>
          <p:cNvSpPr/>
          <p:nvPr/>
        </p:nvSpPr>
        <p:spPr>
          <a:xfrm>
            <a:off x="6480252" y="-10103"/>
            <a:ext cx="3251201" cy="10937627"/>
          </a:xfrm>
          <a:prstGeom prst="rect">
            <a:avLst/>
          </a:prstGeom>
          <a:solidFill>
            <a:srgbClr val="7F8EC2"/>
          </a:solidFill>
          <a:ln w="3175">
            <a:solidFill>
              <a:srgbClr val="7F8EC2"/>
            </a:solidFill>
            <a:miter/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Rectangle 9"/>
          <p:cNvSpPr/>
          <p:nvPr/>
        </p:nvSpPr>
        <p:spPr>
          <a:xfrm>
            <a:off x="9730141" y="-9552"/>
            <a:ext cx="3289301" cy="10936525"/>
          </a:xfrm>
          <a:prstGeom prst="rect">
            <a:avLst/>
          </a:prstGeom>
          <a:solidFill>
            <a:srgbClr val="90A7D0"/>
          </a:solidFill>
          <a:ln w="3175">
            <a:solidFill>
              <a:srgbClr val="91A7D0"/>
            </a:solidFill>
            <a:miter/>
          </a:ln>
        </p:spPr>
        <p:txBody>
          <a:bodyPr lIns="27432" tIns="27432" rIns="27432" bIns="27432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ZoneTexte 10"/>
          <p:cNvSpPr txBox="1"/>
          <p:nvPr/>
        </p:nvSpPr>
        <p:spPr>
          <a:xfrm rot="16200000">
            <a:off x="-695226" y="6406782"/>
            <a:ext cx="4595967" cy="1578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34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Notion de corps célestes, essai de définition</a:t>
            </a:r>
          </a:p>
        </p:txBody>
      </p:sp>
      <p:sp>
        <p:nvSpPr>
          <p:cNvPr id="474" name="ZoneTexte 11"/>
          <p:cNvSpPr txBox="1"/>
          <p:nvPr/>
        </p:nvSpPr>
        <p:spPr>
          <a:xfrm rot="16200000">
            <a:off x="2538930" y="6618154"/>
            <a:ext cx="4595967" cy="1578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lvl="1" algn="ctr">
              <a:defRPr spc="0" sz="34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Extension du droit international à l’espace  </a:t>
            </a:r>
          </a:p>
        </p:txBody>
      </p:sp>
      <p:sp>
        <p:nvSpPr>
          <p:cNvPr id="475" name="ZoneTexte 13"/>
          <p:cNvSpPr txBox="1"/>
          <p:nvPr/>
        </p:nvSpPr>
        <p:spPr>
          <a:xfrm rot="16200000">
            <a:off x="5657216" y="6046213"/>
            <a:ext cx="4897272" cy="2086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34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Application des règles relatives à l'appropriation des corps célestes</a:t>
            </a:r>
          </a:p>
        </p:txBody>
      </p:sp>
      <p:sp>
        <p:nvSpPr>
          <p:cNvPr id="476" name="ZoneTexte 15"/>
          <p:cNvSpPr txBox="1"/>
          <p:nvPr/>
        </p:nvSpPr>
        <p:spPr>
          <a:xfrm rot="16200000">
            <a:off x="8926156" y="6300213"/>
            <a:ext cx="4897272" cy="1578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34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Application des règles relatives à l’exploitation des corps célestes</a:t>
            </a:r>
          </a:p>
        </p:txBody>
      </p:sp>
      <p:grpSp>
        <p:nvGrpSpPr>
          <p:cNvPr id="479" name="Rectangle 17"/>
          <p:cNvGrpSpPr/>
          <p:nvPr/>
        </p:nvGrpSpPr>
        <p:grpSpPr>
          <a:xfrm>
            <a:off x="0" y="3703846"/>
            <a:ext cx="13004801" cy="519598"/>
            <a:chOff x="0" y="0"/>
            <a:chExt cx="13004800" cy="519597"/>
          </a:xfrm>
        </p:grpSpPr>
        <p:sp>
          <p:nvSpPr>
            <p:cNvPr id="477" name="Rectangle"/>
            <p:cNvSpPr/>
            <p:nvPr/>
          </p:nvSpPr>
          <p:spPr>
            <a:xfrm>
              <a:off x="-1" y="-1"/>
              <a:ext cx="13004801" cy="519599"/>
            </a:xfrm>
            <a:prstGeom prst="rect">
              <a:avLst/>
            </a:prstGeom>
            <a:solidFill>
              <a:srgbClr val="FFFFFF"/>
            </a:solidFill>
            <a:ln w="31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27432" tIns="27432" rIns="27432" bIns="27432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8" name="LOUIS BRULE NAUDET"/>
            <p:cNvSpPr txBox="1"/>
            <p:nvPr/>
          </p:nvSpPr>
          <p:spPr>
            <a:xfrm>
              <a:off x="-1" y="42217"/>
              <a:ext cx="13004801" cy="435163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noAutofit/>
            </a:bodyPr>
            <a:lstStyle>
              <a:lvl1pPr algn="ctr">
                <a:defRPr spc="200" sz="1800">
                  <a:solidFill>
                    <a:srgbClr val="767171"/>
                  </a:solidFill>
                  <a:latin typeface="Raleway SemiBold"/>
                  <a:ea typeface="Raleway SemiBold"/>
                  <a:cs typeface="Raleway SemiBold"/>
                  <a:sym typeface="Raleway SemiBold"/>
                </a:defRPr>
              </a:lvl1pPr>
            </a:lstStyle>
            <a:p>
              <a:pPr/>
              <a:r>
                <a:t>  LOUIS BRULE NAUDET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u"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Class="entr" nodeType="afterEffect" presetSubtype="4" presetID="2" grpId="2" fill="hold">
                                  <p:stCondLst>
                                    <p:cond delay="2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Class="entr" nodeType="after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Class="entr" nodeType="afterEffect" presetSubtype="4" presetID="2" grpId="4" fill="hold">
                                  <p:stCondLst>
                                    <p:cond delay="2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Class="entr" nodeType="afterEffect" presetSubtype="1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50"/>
                            </p:stCondLst>
                            <p:childTnLst>
                              <p:par>
                                <p:cTn id="30" presetClass="entr" nodeType="afterEffect" presetSubtype="4" presetID="2" grpId="6" fill="hold">
                                  <p:stCondLst>
                                    <p:cond delay="2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750"/>
                            </p:stCondLst>
                            <p:childTnLst>
                              <p:par>
                                <p:cTn id="35" presetClass="entr" nodeType="afterEffect" presetSubtype="4" presetID="2" grpId="7" fill="hold">
                                  <p:stCondLst>
                                    <p:cond delay="2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750"/>
                            </p:stCondLst>
                            <p:childTnLst>
                              <p:par>
                                <p:cTn id="40" presetClass="entr" nodeType="afterEffect" presetSubtype="1" presetID="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Class="entr" nodeType="afterEffect" presetID="10" grpId="9" fill="hold">
                                  <p:stCondLst>
                                    <p:cond delay="2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75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76" grpId="8"/>
      <p:bldP build="whole" bldLvl="1" animBg="1" rev="0" advAuto="0" spid="475" grpId="5"/>
      <p:bldP build="whole" bldLvl="1" animBg="1" rev="0" advAuto="0" spid="470" grpId="4"/>
      <p:bldP build="whole" bldLvl="1" animBg="1" rev="0" advAuto="0" spid="473" grpId="1"/>
      <p:bldP build="whole" bldLvl="1" animBg="1" rev="0" advAuto="0" spid="471" grpId="6"/>
      <p:bldP build="whole" bldLvl="1" animBg="1" rev="0" advAuto="0" spid="479" grpId="9"/>
      <p:bldP build="whole" bldLvl="1" animBg="1" rev="0" advAuto="0" spid="474" grpId="3"/>
      <p:bldP build="whole" bldLvl="1" animBg="1" rev="0" advAuto="0" spid="472" grpId="7"/>
      <p:bldP build="whole" bldLvl="1" animBg="1" rev="0" advAuto="0" spid="469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EA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ZoneTexte 3"/>
          <p:cNvSpPr txBox="1"/>
          <p:nvPr/>
        </p:nvSpPr>
        <p:spPr>
          <a:xfrm>
            <a:off x="657733" y="733838"/>
            <a:ext cx="11852993" cy="4169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Notion de corps célestes, essai de définition et références en astrophysique</a:t>
            </a:r>
          </a:p>
        </p:txBody>
      </p:sp>
      <p:sp>
        <p:nvSpPr>
          <p:cNvPr id="482" name="Connecteur droit 6"/>
          <p:cNvSpPr/>
          <p:nvPr/>
        </p:nvSpPr>
        <p:spPr>
          <a:xfrm>
            <a:off x="2937168" y="4336648"/>
            <a:ext cx="7294123" cy="1"/>
          </a:xfrm>
          <a:prstGeom prst="line">
            <a:avLst/>
          </a:prstGeom>
          <a:ln w="508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483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484" name="Arc 7"/>
          <p:cNvSpPr/>
          <p:nvPr/>
        </p:nvSpPr>
        <p:spPr>
          <a:xfrm rot="2549689">
            <a:off x="9067459" y="5720303"/>
            <a:ext cx="3330990" cy="325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485" name="ZoneTexte 9"/>
          <p:cNvSpPr txBox="1"/>
          <p:nvPr/>
        </p:nvSpPr>
        <p:spPr>
          <a:xfrm>
            <a:off x="9246319" y="5960371"/>
            <a:ext cx="2964819" cy="25694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Pour Vassilevskaia, </a:t>
            </a:r>
          </a:p>
          <a:p>
            <a:pPr algn="ctr">
              <a:defRPr sz="28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la notion de corps célestes doit par essence être limitée</a:t>
            </a:r>
          </a:p>
        </p:txBody>
      </p:sp>
      <p:sp>
        <p:nvSpPr>
          <p:cNvPr id="486" name="ZoneTexte 4"/>
          <p:cNvSpPr txBox="1"/>
          <p:nvPr/>
        </p:nvSpPr>
        <p:spPr>
          <a:xfrm>
            <a:off x="1085789" y="5959642"/>
            <a:ext cx="2580049" cy="2340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defRPr sz="31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“I would annex the planets if I could, I often think of that”</a:t>
            </a:r>
          </a:p>
        </p:txBody>
      </p:sp>
      <p:sp>
        <p:nvSpPr>
          <p:cNvPr id="487" name="Arc 9"/>
          <p:cNvSpPr/>
          <p:nvPr/>
        </p:nvSpPr>
        <p:spPr>
          <a:xfrm rot="2549689">
            <a:off x="4731743" y="5257157"/>
            <a:ext cx="3745796" cy="3745834"/>
          </a:xfrm>
          <a:prstGeom prst="ellipse">
            <a:avLst/>
          </a:pr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488" name="ZoneTexte 16"/>
          <p:cNvSpPr txBox="1"/>
          <p:nvPr/>
        </p:nvSpPr>
        <p:spPr>
          <a:xfrm>
            <a:off x="4807339" y="5651411"/>
            <a:ext cx="3594604" cy="2645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Tout objet possédant une masse non nulle présent dans l’espace extra-atmosphérique</a:t>
            </a:r>
          </a:p>
        </p:txBody>
      </p:sp>
      <p:sp>
        <p:nvSpPr>
          <p:cNvPr id="489" name="ZoneTexte 4"/>
          <p:cNvSpPr txBox="1"/>
          <p:nvPr/>
        </p:nvSpPr>
        <p:spPr>
          <a:xfrm>
            <a:off x="1085789" y="8309357"/>
            <a:ext cx="2580049" cy="359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defRPr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Cecil Rhodes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u"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25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25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250"/>
                            </p:stCondLst>
                            <p:childTnLst>
                              <p:par>
                                <p:cTn id="15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7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750"/>
                            </p:stCondLst>
                            <p:childTnLst>
                              <p:par>
                                <p:cTn id="19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1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250"/>
                            </p:stCondLst>
                            <p:childTnLst>
                              <p:par>
                                <p:cTn id="23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75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250"/>
                            </p:stCondLst>
                            <p:childTnLst>
                              <p:par>
                                <p:cTn id="31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3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750"/>
                            </p:stCondLst>
                            <p:childTnLst>
                              <p:par>
                                <p:cTn id="35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250"/>
                            </p:stCondLst>
                            <p:childTnLst>
                              <p:par>
                                <p:cTn id="39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81" grpId="1"/>
      <p:bldP build="whole" bldLvl="1" animBg="1" rev="0" advAuto="0" spid="489" grpId="9"/>
      <p:bldP build="whole" bldLvl="1" animBg="1" rev="0" advAuto="0" spid="486" grpId="6"/>
      <p:bldP build="whole" bldLvl="1" animBg="1" rev="0" advAuto="0" spid="482" grpId="2"/>
      <p:bldP build="whole" bldLvl="1" animBg="1" rev="0" advAuto="0" spid="487" grpId="7"/>
      <p:bldP build="whole" bldLvl="1" animBg="1" rev="0" advAuto="0" spid="483" grpId="3"/>
      <p:bldP build="whole" bldLvl="1" animBg="1" rev="0" advAuto="0" spid="484" grpId="4"/>
      <p:bldP build="whole" bldLvl="1" animBg="1" rev="0" advAuto="0" spid="488" grpId="8"/>
      <p:bldP build="whole" bldLvl="1" animBg="1" rev="0" advAuto="0" spid="485" grpId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EA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ZoneTexte 9"/>
          <p:cNvSpPr txBox="1"/>
          <p:nvPr/>
        </p:nvSpPr>
        <p:spPr>
          <a:xfrm>
            <a:off x="4738373" y="5646598"/>
            <a:ext cx="3732536" cy="28107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Toute chose matérielle, à l’état solide ou liquide, située dans l’espace et possèdant une taille et une masse notable. </a:t>
            </a:r>
          </a:p>
        </p:txBody>
      </p:sp>
      <p:sp>
        <p:nvSpPr>
          <p:cNvPr id="492" name="ZoneTexte 4"/>
          <p:cNvSpPr txBox="1"/>
          <p:nvPr/>
        </p:nvSpPr>
        <p:spPr>
          <a:xfrm>
            <a:off x="8491313" y="5513248"/>
            <a:ext cx="4435168" cy="29885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defRPr sz="28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“Tout objet naturel de l’espace cosmique, y compris les couronnes gazeuses, ne pouvant être déplacées artificiellement de leurs orbites naturelles”</a:t>
            </a:r>
          </a:p>
        </p:txBody>
      </p:sp>
      <p:sp>
        <p:nvSpPr>
          <p:cNvPr id="493" name="ZoneTexte 16"/>
          <p:cNvSpPr txBox="1"/>
          <p:nvPr/>
        </p:nvSpPr>
        <p:spPr>
          <a:xfrm>
            <a:off x="36591" y="5921542"/>
            <a:ext cx="4200913" cy="2417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lvl="1" algn="ctr">
              <a:defRPr sz="27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Objet</a:t>
            </a:r>
          </a:p>
          <a:p>
            <a:pPr lvl="1" algn="ctr">
              <a:defRPr sz="27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naturel d’une dimension substantielle, possédant une surface solide</a:t>
            </a:r>
          </a:p>
        </p:txBody>
      </p:sp>
      <p:sp>
        <p:nvSpPr>
          <p:cNvPr id="494" name="ZoneTexte 4"/>
          <p:cNvSpPr txBox="1"/>
          <p:nvPr/>
        </p:nvSpPr>
        <p:spPr>
          <a:xfrm>
            <a:off x="9418873" y="8647358"/>
            <a:ext cx="2580049" cy="613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defRPr sz="1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Institut international du droit de l’espace</a:t>
            </a:r>
          </a:p>
        </p:txBody>
      </p:sp>
      <p:sp>
        <p:nvSpPr>
          <p:cNvPr id="495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496" name="Arc 9"/>
          <p:cNvSpPr/>
          <p:nvPr/>
        </p:nvSpPr>
        <p:spPr>
          <a:xfrm rot="2549689">
            <a:off x="4731743" y="5257157"/>
            <a:ext cx="3745796" cy="3745834"/>
          </a:xfrm>
          <a:prstGeom prst="ellipse">
            <a:avLst/>
          </a:pr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497" name="ZoneTexte 3"/>
          <p:cNvSpPr txBox="1"/>
          <p:nvPr/>
        </p:nvSpPr>
        <p:spPr>
          <a:xfrm>
            <a:off x="575903" y="542935"/>
            <a:ext cx="11852993" cy="4169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Notion de corps célestes, essai de définition et confrontation de la doctrine</a:t>
            </a:r>
          </a:p>
        </p:txBody>
      </p:sp>
      <p:sp>
        <p:nvSpPr>
          <p:cNvPr id="498" name="Connecteur droit 6"/>
          <p:cNvSpPr/>
          <p:nvPr/>
        </p:nvSpPr>
        <p:spPr>
          <a:xfrm>
            <a:off x="2937168" y="4336648"/>
            <a:ext cx="7294123" cy="1"/>
          </a:xfrm>
          <a:prstGeom prst="line">
            <a:avLst/>
          </a:prstGeom>
          <a:ln w="508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499" name="ZoneTexte 4"/>
          <p:cNvSpPr txBox="1"/>
          <p:nvPr/>
        </p:nvSpPr>
        <p:spPr>
          <a:xfrm>
            <a:off x="1186664" y="8462758"/>
            <a:ext cx="2378299" cy="613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defRPr sz="1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Gennady Zhukov, Yuri Kolosov</a:t>
            </a:r>
          </a:p>
        </p:txBody>
      </p:sp>
      <p:sp>
        <p:nvSpPr>
          <p:cNvPr id="500" name="ZoneTexte 4"/>
          <p:cNvSpPr txBox="1"/>
          <p:nvPr/>
        </p:nvSpPr>
        <p:spPr>
          <a:xfrm>
            <a:off x="5294205" y="8457547"/>
            <a:ext cx="2580049" cy="3342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defRPr sz="1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M. Vasquez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:push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2BA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Extension du droit international à l’espace"/>
          <p:cNvSpPr txBox="1"/>
          <p:nvPr/>
        </p:nvSpPr>
        <p:spPr>
          <a:xfrm>
            <a:off x="1607566" y="3860038"/>
            <a:ext cx="9789669" cy="203352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432" tIns="27432" rIns="27432" bIns="27432">
            <a:spAutoFit/>
          </a:bodyPr>
          <a:lstStyle>
            <a:lvl1pPr algn="ctr">
              <a:lnSpc>
                <a:spcPct val="90000"/>
              </a:lnSpc>
              <a:defRPr sz="7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Extension du droit international à l’espace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50">
        <p14:prism dir="u" isContent="1" isInverted="0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2BA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Connecteur droit 6"/>
          <p:cNvSpPr/>
          <p:nvPr/>
        </p:nvSpPr>
        <p:spPr>
          <a:xfrm>
            <a:off x="2933700" y="4330700"/>
            <a:ext cx="7341882" cy="0"/>
          </a:xfrm>
          <a:prstGeom prst="line">
            <a:avLst/>
          </a:prstGeom>
          <a:ln w="508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05" name="ZoneTexte 3"/>
          <p:cNvSpPr txBox="1"/>
          <p:nvPr/>
        </p:nvSpPr>
        <p:spPr>
          <a:xfrm>
            <a:off x="233341" y="733444"/>
            <a:ext cx="12538117" cy="40299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 defTabSz="457200">
              <a:lnSpc>
                <a:spcPts val="10400"/>
              </a:lnSpc>
              <a:spcBef>
                <a:spcPts val="1200"/>
              </a:spcBef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Historique de la conquête spatiale et nécessité de réponses législatives </a:t>
            </a:r>
            <a:endParaRPr b="1" sz="1200">
              <a:latin typeface="Times Roman"/>
              <a:ea typeface="Times Roman"/>
              <a:cs typeface="Times Roman"/>
              <a:sym typeface="Times Roman"/>
            </a:endParaRPr>
          </a:p>
          <a:p>
            <a:pPr defTabSz="457200">
              <a:lnSpc>
                <a:spcPts val="4400"/>
              </a:lnSpc>
              <a:spcBef>
                <a:spcPts val="1200"/>
              </a:spcBef>
              <a:defRPr sz="1866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506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07" name="Arc 7"/>
          <p:cNvSpPr/>
          <p:nvPr/>
        </p:nvSpPr>
        <p:spPr>
          <a:xfrm rot="2549689">
            <a:off x="9023725" y="5624042"/>
            <a:ext cx="3412153" cy="3332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08" name="ZoneTexte 11"/>
          <p:cNvSpPr txBox="1"/>
          <p:nvPr/>
        </p:nvSpPr>
        <p:spPr>
          <a:xfrm>
            <a:off x="773292" y="6239042"/>
            <a:ext cx="3205043" cy="1782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L’URSS lance </a:t>
            </a:r>
          </a:p>
          <a:p>
            <a: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le premier satellite artificiel Sputnik en  </a:t>
            </a:r>
          </a:p>
        </p:txBody>
      </p:sp>
      <p:sp>
        <p:nvSpPr>
          <p:cNvPr id="509" name="ZoneTexte 11"/>
          <p:cNvSpPr txBox="1"/>
          <p:nvPr/>
        </p:nvSpPr>
        <p:spPr>
          <a:xfrm>
            <a:off x="9183622" y="6126897"/>
            <a:ext cx="3083702" cy="1782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L’Espace consacré comme bien commun de l'Humanité </a:t>
            </a:r>
          </a:p>
        </p:txBody>
      </p:sp>
      <p:sp>
        <p:nvSpPr>
          <p:cNvPr id="510" name="ZoneTexte 11"/>
          <p:cNvSpPr txBox="1"/>
          <p:nvPr/>
        </p:nvSpPr>
        <p:spPr>
          <a:xfrm>
            <a:off x="773292" y="7795724"/>
            <a:ext cx="3205043" cy="943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1957 </a:t>
            </a:r>
          </a:p>
        </p:txBody>
      </p:sp>
      <p:sp>
        <p:nvSpPr>
          <p:cNvPr id="511" name="Arc 9"/>
          <p:cNvSpPr/>
          <p:nvPr/>
        </p:nvSpPr>
        <p:spPr>
          <a:xfrm rot="2549689">
            <a:off x="4731743" y="5257157"/>
            <a:ext cx="3745796" cy="3745834"/>
          </a:xfrm>
          <a:prstGeom prst="ellipse">
            <a:avLst/>
          </a:pr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12" name="ZoneTexte 16"/>
          <p:cNvSpPr txBox="1"/>
          <p:nvPr/>
        </p:nvSpPr>
        <p:spPr>
          <a:xfrm>
            <a:off x="4807339" y="5733574"/>
            <a:ext cx="3594603" cy="2213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Comité pour l’utilisation pacifique de l’espace extra-atmosphérique</a:t>
            </a:r>
          </a:p>
        </p:txBody>
      </p:sp>
      <p:sp>
        <p:nvSpPr>
          <p:cNvPr id="513" name="ZoneTexte 11"/>
          <p:cNvSpPr txBox="1"/>
          <p:nvPr/>
        </p:nvSpPr>
        <p:spPr>
          <a:xfrm>
            <a:off x="5002119" y="7795724"/>
            <a:ext cx="3205043" cy="943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1959 </a:t>
            </a:r>
          </a:p>
        </p:txBody>
      </p:sp>
      <p:sp>
        <p:nvSpPr>
          <p:cNvPr id="514" name="ZoneTexte 11"/>
          <p:cNvSpPr txBox="1"/>
          <p:nvPr/>
        </p:nvSpPr>
        <p:spPr>
          <a:xfrm>
            <a:off x="9126207" y="7795724"/>
            <a:ext cx="3205043" cy="943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1963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14:prism dir="u" isContent="1" isInverted="0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25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25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250"/>
                            </p:stCondLst>
                            <p:childTnLst>
                              <p:par>
                                <p:cTn id="15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7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750"/>
                            </p:stCondLst>
                            <p:childTnLst>
                              <p:par>
                                <p:cTn id="19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1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250"/>
                            </p:stCondLst>
                            <p:childTnLst>
                              <p:par>
                                <p:cTn id="23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75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25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750"/>
                            </p:stCondLst>
                            <p:childTnLst>
                              <p:par>
                                <p:cTn id="35" presetClass="entr" nodeType="after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7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250"/>
                            </p:stCondLst>
                            <p:childTnLst>
                              <p:par>
                                <p:cTn id="39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750"/>
                            </p:stCondLst>
                            <p:childTnLst>
                              <p:par>
                                <p:cTn id="43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250"/>
                            </p:stCondLst>
                            <p:childTnLst>
                              <p:par>
                                <p:cTn id="47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10" grpId="7"/>
      <p:bldP build="whole" bldLvl="1" animBg="1" rev="0" advAuto="0" spid="504" grpId="2"/>
      <p:bldP build="whole" bldLvl="1" animBg="1" rev="0" advAuto="0" spid="505" grpId="1"/>
      <p:bldP build="whole" bldLvl="1" animBg="1" rev="0" advAuto="0" spid="507" grpId="4"/>
      <p:bldP build="whole" bldLvl="1" animBg="1" rev="0" advAuto="0" spid="514" grpId="11"/>
      <p:bldP build="whole" bldLvl="1" animBg="1" rev="0" advAuto="0" spid="508" grpId="5"/>
      <p:bldP build="whole" bldLvl="1" animBg="1" rev="0" advAuto="0" spid="511" grpId="8"/>
      <p:bldP build="whole" bldLvl="1" animBg="1" rev="0" advAuto="0" spid="512" grpId="9"/>
      <p:bldP build="whole" bldLvl="1" animBg="1" rev="0" advAuto="0" spid="509" grpId="6"/>
      <p:bldP build="whole" bldLvl="1" animBg="1" rev="0" advAuto="0" spid="513" grpId="10"/>
      <p:bldP build="whole" bldLvl="1" animBg="1" rev="0" advAuto="0" spid="506" grpId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2BA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onnecteur droit 6"/>
          <p:cNvSpPr/>
          <p:nvPr/>
        </p:nvSpPr>
        <p:spPr>
          <a:xfrm>
            <a:off x="2933700" y="4330700"/>
            <a:ext cx="7341882" cy="0"/>
          </a:xfrm>
          <a:prstGeom prst="line">
            <a:avLst/>
          </a:prstGeom>
          <a:ln w="508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17" name="ZoneTexte 3"/>
          <p:cNvSpPr txBox="1"/>
          <p:nvPr/>
        </p:nvSpPr>
        <p:spPr>
          <a:xfrm>
            <a:off x="644673" y="733444"/>
            <a:ext cx="11715454" cy="43474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lnSpc>
                <a:spcPts val="10400"/>
              </a:lnSpc>
              <a:spcBef>
                <a:spcPts val="1200"/>
              </a:spcBef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Traité régissant les activités en matière d’exploration et d’utilisation de l’Espace</a:t>
            </a:r>
            <a:endParaRPr b="1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518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19" name="Arc 7"/>
          <p:cNvSpPr/>
          <p:nvPr/>
        </p:nvSpPr>
        <p:spPr>
          <a:xfrm rot="2549689">
            <a:off x="9067459" y="5720303"/>
            <a:ext cx="3330990" cy="325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20" name="ZoneTexte 11"/>
          <p:cNvSpPr txBox="1"/>
          <p:nvPr/>
        </p:nvSpPr>
        <p:spPr>
          <a:xfrm>
            <a:off x="1035071" y="6271907"/>
            <a:ext cx="2681485" cy="2213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Signé par les USA, l’URSS et le Royaume-Uni le 27 Janvier 1967 </a:t>
            </a:r>
          </a:p>
        </p:txBody>
      </p:sp>
      <p:sp>
        <p:nvSpPr>
          <p:cNvPr id="521" name="ZoneTexte 11"/>
          <p:cNvSpPr txBox="1"/>
          <p:nvPr/>
        </p:nvSpPr>
        <p:spPr>
          <a:xfrm>
            <a:off x="9387985" y="6356345"/>
            <a:ext cx="2681486" cy="1782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Limitation des corps célestes à des fins non guerrières</a:t>
            </a:r>
          </a:p>
        </p:txBody>
      </p:sp>
      <p:sp>
        <p:nvSpPr>
          <p:cNvPr id="522" name="Arc 9"/>
          <p:cNvSpPr/>
          <p:nvPr/>
        </p:nvSpPr>
        <p:spPr>
          <a:xfrm rot="2549689">
            <a:off x="4731743" y="5257157"/>
            <a:ext cx="3745796" cy="3745834"/>
          </a:xfrm>
          <a:prstGeom prst="ellipse">
            <a:avLst/>
          </a:pr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23" name="ZoneTexte 16"/>
          <p:cNvSpPr txBox="1"/>
          <p:nvPr/>
        </p:nvSpPr>
        <p:spPr>
          <a:xfrm>
            <a:off x="5043163" y="5757979"/>
            <a:ext cx="3122955" cy="2645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Principes de liberté et de non appropriation de l’espace consacrés aux articles 1 et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14:prism dir="u" isContent="1" isInverted="0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2BA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Connecteur droit 6"/>
          <p:cNvSpPr/>
          <p:nvPr/>
        </p:nvSpPr>
        <p:spPr>
          <a:xfrm>
            <a:off x="2933700" y="4330700"/>
            <a:ext cx="7341882" cy="0"/>
          </a:xfrm>
          <a:prstGeom prst="line">
            <a:avLst/>
          </a:prstGeom>
          <a:ln w="508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26" name="ZoneTexte 3"/>
          <p:cNvSpPr txBox="1"/>
          <p:nvPr/>
        </p:nvSpPr>
        <p:spPr>
          <a:xfrm>
            <a:off x="644673" y="733444"/>
            <a:ext cx="11715454" cy="43474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lnSpc>
                <a:spcPts val="10400"/>
              </a:lnSpc>
              <a:spcBef>
                <a:spcPts val="1200"/>
              </a:spcBef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Traités internationaux fondateurs négociés au sein des Nations Unies</a:t>
            </a:r>
            <a:endParaRPr b="1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527" name="Arc 6"/>
          <p:cNvSpPr/>
          <p:nvPr/>
        </p:nvSpPr>
        <p:spPr>
          <a:xfrm rot="2549689">
            <a:off x="481851" y="5545258"/>
            <a:ext cx="3642718" cy="3685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28" name="ZoneTexte 11"/>
          <p:cNvSpPr txBox="1"/>
          <p:nvPr/>
        </p:nvSpPr>
        <p:spPr>
          <a:xfrm>
            <a:off x="540145" y="6038845"/>
            <a:ext cx="3516537" cy="2417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27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Convention sur </a:t>
            </a:r>
          </a:p>
          <a:p>
            <a:pPr algn="ctr">
              <a:defRPr sz="27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la responsabilité internationale</a:t>
            </a:r>
          </a:p>
          <a:p>
            <a:pPr algn="ctr">
              <a:defRPr sz="27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 pour les dommages causés par des objets spatiaux</a:t>
            </a:r>
          </a:p>
        </p:txBody>
      </p:sp>
      <p:sp>
        <p:nvSpPr>
          <p:cNvPr id="529" name="Arc 9"/>
          <p:cNvSpPr/>
          <p:nvPr/>
        </p:nvSpPr>
        <p:spPr>
          <a:xfrm rot="2549689">
            <a:off x="4731743" y="5257157"/>
            <a:ext cx="3745796" cy="3745834"/>
          </a:xfrm>
          <a:prstGeom prst="ellipse">
            <a:avLst/>
          </a:pr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30" name="ZoneTexte 16"/>
          <p:cNvSpPr txBox="1"/>
          <p:nvPr/>
        </p:nvSpPr>
        <p:spPr>
          <a:xfrm>
            <a:off x="4832586" y="5790845"/>
            <a:ext cx="3544109" cy="21503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Convention sur l'immatriculation des objets lancés dans l'espace extra-atmosphérique</a:t>
            </a:r>
          </a:p>
        </p:txBody>
      </p:sp>
      <p:sp>
        <p:nvSpPr>
          <p:cNvPr id="531" name="ZoneTexte 11"/>
          <p:cNvSpPr txBox="1"/>
          <p:nvPr/>
        </p:nvSpPr>
        <p:spPr>
          <a:xfrm>
            <a:off x="695892" y="8321571"/>
            <a:ext cx="3205043" cy="8422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53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1972 </a:t>
            </a:r>
          </a:p>
        </p:txBody>
      </p:sp>
      <p:sp>
        <p:nvSpPr>
          <p:cNvPr id="532" name="ZoneTexte 11"/>
          <p:cNvSpPr txBox="1"/>
          <p:nvPr/>
        </p:nvSpPr>
        <p:spPr>
          <a:xfrm>
            <a:off x="5002119" y="7856994"/>
            <a:ext cx="3205043" cy="8422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53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1975</a:t>
            </a:r>
          </a:p>
        </p:txBody>
      </p:sp>
      <p:sp>
        <p:nvSpPr>
          <p:cNvPr id="533" name="Arc 6"/>
          <p:cNvSpPr/>
          <p:nvPr/>
        </p:nvSpPr>
        <p:spPr>
          <a:xfrm rot="2549689">
            <a:off x="9094306" y="5514666"/>
            <a:ext cx="3642718" cy="3685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34" name="ZoneTexte 11"/>
          <p:cNvSpPr txBox="1"/>
          <p:nvPr/>
        </p:nvSpPr>
        <p:spPr>
          <a:xfrm>
            <a:off x="9308347" y="6268561"/>
            <a:ext cx="3205044" cy="20233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Accord régissant les activités des États sur la Lune et les autres corps célestes</a:t>
            </a:r>
          </a:p>
        </p:txBody>
      </p:sp>
      <p:sp>
        <p:nvSpPr>
          <p:cNvPr id="535" name="ZoneTexte 11"/>
          <p:cNvSpPr txBox="1"/>
          <p:nvPr/>
        </p:nvSpPr>
        <p:spPr>
          <a:xfrm>
            <a:off x="9308347" y="8183703"/>
            <a:ext cx="3205043" cy="8422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53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1979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14:prism dir="u" isContent="1" isInverted="0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F8E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Application des règles relatives à l'appropriation des corps célestes"/>
          <p:cNvSpPr txBox="1"/>
          <p:nvPr/>
        </p:nvSpPr>
        <p:spPr>
          <a:xfrm>
            <a:off x="497458" y="3391408"/>
            <a:ext cx="12009884" cy="297078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lnSpc>
                <a:spcPct val="90000"/>
              </a:lnSpc>
              <a:defRPr sz="7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Application des règles relatives à l'appropriation des corps célestes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50">
        <p14:prism dir="u" isContent="1" isInverted="0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3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F8E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ZoneTexte 3"/>
          <p:cNvSpPr txBox="1"/>
          <p:nvPr/>
        </p:nvSpPr>
        <p:spPr>
          <a:xfrm>
            <a:off x="720870" y="891515"/>
            <a:ext cx="11791821" cy="31409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Le principe de la liberté d’exploration et d’utilisation en droit positif</a:t>
            </a:r>
          </a:p>
        </p:txBody>
      </p:sp>
      <p:sp>
        <p:nvSpPr>
          <p:cNvPr id="540" name="Connecteur droit 5"/>
          <p:cNvSpPr/>
          <p:nvPr/>
        </p:nvSpPr>
        <p:spPr>
          <a:xfrm>
            <a:off x="2851149" y="4586365"/>
            <a:ext cx="7302502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41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42" name="Arc 7"/>
          <p:cNvSpPr/>
          <p:nvPr/>
        </p:nvSpPr>
        <p:spPr>
          <a:xfrm rot="2549689">
            <a:off x="9067459" y="5720303"/>
            <a:ext cx="3330990" cy="325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43" name="ZoneTexte 9"/>
          <p:cNvSpPr txBox="1"/>
          <p:nvPr/>
        </p:nvSpPr>
        <p:spPr>
          <a:xfrm>
            <a:off x="9246319" y="6134548"/>
            <a:ext cx="2964819" cy="32933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 defTabSz="457200">
              <a:lnSpc>
                <a:spcPts val="5700"/>
              </a:lnSpc>
              <a:spcBef>
                <a:spcPts val="1200"/>
              </a:spcBef>
              <a:defRPr sz="2966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La liberté s’exerce à partir de 100km à 110km d'altitude</a:t>
            </a:r>
            <a:endParaRPr b="1" sz="1200">
              <a:latin typeface="Times Roman"/>
              <a:ea typeface="Times Roman"/>
              <a:cs typeface="Times Roman"/>
              <a:sym typeface="Times Roman"/>
            </a:endParaRPr>
          </a:p>
          <a:p>
            <a: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</a:p>
        </p:txBody>
      </p:sp>
      <p:sp>
        <p:nvSpPr>
          <p:cNvPr id="544" name="ZoneTexte 4"/>
          <p:cNvSpPr txBox="1"/>
          <p:nvPr/>
        </p:nvSpPr>
        <p:spPr>
          <a:xfrm>
            <a:off x="954605" y="6199032"/>
            <a:ext cx="2842417" cy="2417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650240">
              <a:spcBef>
                <a:spcPts val="1400"/>
              </a:spcBef>
              <a:defRPr sz="2700">
                <a:solidFill>
                  <a:srgbClr val="FEFD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Les agents privés peuvent utiliser l'espace sous autorisation de l’État de rattachement</a:t>
            </a:r>
          </a:p>
        </p:txBody>
      </p:sp>
      <p:sp>
        <p:nvSpPr>
          <p:cNvPr id="545" name="ZoneTexte 16"/>
          <p:cNvSpPr txBox="1"/>
          <p:nvPr/>
        </p:nvSpPr>
        <p:spPr>
          <a:xfrm>
            <a:off x="4435175" y="5484166"/>
            <a:ext cx="4363210" cy="41061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lnSpc>
                <a:spcPts val="5600"/>
              </a:lnSpc>
              <a:spcBef>
                <a:spcPts val="1200"/>
              </a:spcBef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Aucun État ne peut se voir imposer des restrictions ou des conditions par un autre État pour explorer et utiliser l'espace conformément au droit international</a:t>
            </a:r>
            <a:endParaRPr b="1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14:prism dir="u" isContent="1" isInverted="0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7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500"/>
                            </p:stCondLst>
                            <p:childTnLst>
                              <p:par>
                                <p:cTn id="19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1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41" grpId="3"/>
      <p:bldP build="whole" bldLvl="1" animBg="1" rev="0" advAuto="0" spid="544" grpId="6"/>
      <p:bldP build="whole" bldLvl="1" animBg="1" rev="0" advAuto="0" spid="539" grpId="1"/>
      <p:bldP build="whole" bldLvl="1" animBg="1" rev="0" advAuto="0" spid="542" grpId="4"/>
      <p:bldP build="whole" bldLvl="1" animBg="1" rev="0" advAuto="0" spid="545" grpId="7"/>
      <p:bldP build="whole" bldLvl="1" animBg="1" rev="0" advAuto="0" spid="540" grpId="2"/>
      <p:bldP build="whole" bldLvl="1" animBg="1" rev="0" advAuto="0" spid="543" grpId="5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F8E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ZoneTexte 3"/>
          <p:cNvSpPr txBox="1"/>
          <p:nvPr/>
        </p:nvSpPr>
        <p:spPr>
          <a:xfrm>
            <a:off x="720870" y="891515"/>
            <a:ext cx="11791821" cy="31409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Le principe de non appropriation, établi à l’article 2 du traité de 1967</a:t>
            </a:r>
          </a:p>
        </p:txBody>
      </p:sp>
      <p:sp>
        <p:nvSpPr>
          <p:cNvPr id="548" name="Connecteur droit 5"/>
          <p:cNvSpPr/>
          <p:nvPr/>
        </p:nvSpPr>
        <p:spPr>
          <a:xfrm>
            <a:off x="2851149" y="4586365"/>
            <a:ext cx="7302502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49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50" name="Arc 7"/>
          <p:cNvSpPr/>
          <p:nvPr/>
        </p:nvSpPr>
        <p:spPr>
          <a:xfrm rot="2549689">
            <a:off x="9067459" y="5720303"/>
            <a:ext cx="3330990" cy="325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51" name="ZoneTexte 9"/>
          <p:cNvSpPr txBox="1"/>
          <p:nvPr/>
        </p:nvSpPr>
        <p:spPr>
          <a:xfrm>
            <a:off x="9380536" y="5916945"/>
            <a:ext cx="2696386" cy="3306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lnSpc>
                <a:spcPts val="5700"/>
              </a:lnSpc>
              <a:spcBef>
                <a:spcPts val="1200"/>
              </a:spcBef>
              <a:defRPr sz="2966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Les ressources sont qualifiées de patrimoine commun de l’Humanité</a:t>
            </a:r>
          </a:p>
        </p:txBody>
      </p:sp>
      <p:sp>
        <p:nvSpPr>
          <p:cNvPr id="552" name="ZoneTexte 4"/>
          <p:cNvSpPr txBox="1"/>
          <p:nvPr/>
        </p:nvSpPr>
        <p:spPr>
          <a:xfrm>
            <a:off x="954605" y="6329594"/>
            <a:ext cx="2842417" cy="20233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650240">
              <a:spcBef>
                <a:spcPts val="1400"/>
              </a:spcBef>
              <a:defRPr sz="2700">
                <a:solidFill>
                  <a:srgbClr val="FEFD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L’appropriation nationale de l’espace et des corps célestes est prohibée</a:t>
            </a:r>
          </a:p>
        </p:txBody>
      </p:sp>
      <p:sp>
        <p:nvSpPr>
          <p:cNvPr id="553" name="ZoneTexte 16"/>
          <p:cNvSpPr txBox="1"/>
          <p:nvPr/>
        </p:nvSpPr>
        <p:spPr>
          <a:xfrm>
            <a:off x="4613401" y="5504094"/>
            <a:ext cx="3816539" cy="36743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lnSpc>
                <a:spcPts val="5600"/>
              </a:lnSpc>
              <a:spcBef>
                <a:spcPts val="1200"/>
              </a:spcBef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Maintien des droits de propriété privée sur les objets ou matériaux qui sont envoyés dans l'espace et sur les corps célestes</a:t>
            </a:r>
            <a:endParaRPr b="1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:push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F8E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ZoneTexte 3"/>
          <p:cNvSpPr txBox="1"/>
          <p:nvPr/>
        </p:nvSpPr>
        <p:spPr>
          <a:xfrm>
            <a:off x="720870" y="891515"/>
            <a:ext cx="11791821" cy="31409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Un état des lieux de la souveraineté nationale hors de l’espace atmosphérique</a:t>
            </a:r>
          </a:p>
        </p:txBody>
      </p:sp>
      <p:sp>
        <p:nvSpPr>
          <p:cNvPr id="556" name="Connecteur droit 5"/>
          <p:cNvSpPr/>
          <p:nvPr/>
        </p:nvSpPr>
        <p:spPr>
          <a:xfrm>
            <a:off x="2851149" y="4586365"/>
            <a:ext cx="7302502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57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58" name="Arc 7"/>
          <p:cNvSpPr/>
          <p:nvPr/>
        </p:nvSpPr>
        <p:spPr>
          <a:xfrm rot="2549689">
            <a:off x="9067459" y="5720303"/>
            <a:ext cx="3330990" cy="325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59" name="ZoneTexte 9"/>
          <p:cNvSpPr txBox="1"/>
          <p:nvPr/>
        </p:nvSpPr>
        <p:spPr>
          <a:xfrm>
            <a:off x="9206538" y="6018493"/>
            <a:ext cx="3044381" cy="28615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lnSpc>
                <a:spcPts val="5700"/>
              </a:lnSpc>
              <a:spcBef>
                <a:spcPts val="1200"/>
              </a:spcBef>
              <a:defRPr sz="2966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Il existe théoriquement une cohabitation des souverainetés</a:t>
            </a:r>
          </a:p>
        </p:txBody>
      </p:sp>
      <p:sp>
        <p:nvSpPr>
          <p:cNvPr id="560" name="ZoneTexte 4"/>
          <p:cNvSpPr txBox="1"/>
          <p:nvPr/>
        </p:nvSpPr>
        <p:spPr>
          <a:xfrm>
            <a:off x="1021713" y="6018444"/>
            <a:ext cx="2708201" cy="2213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650240">
              <a:spcBef>
                <a:spcPts val="1400"/>
              </a:spcBef>
              <a:defRPr sz="2900">
                <a:solidFill>
                  <a:srgbClr val="FEFD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La souveraineté nationale perdure dans l'espace</a:t>
            </a:r>
          </a:p>
        </p:txBody>
      </p:sp>
      <p:sp>
        <p:nvSpPr>
          <p:cNvPr id="561" name="ZoneTexte 16"/>
          <p:cNvSpPr txBox="1"/>
          <p:nvPr/>
        </p:nvSpPr>
        <p:spPr>
          <a:xfrm>
            <a:off x="4568088" y="5516895"/>
            <a:ext cx="4097384" cy="41061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 defTabSz="457200">
              <a:lnSpc>
                <a:spcPts val="5600"/>
              </a:lnSpc>
              <a:spcBef>
                <a:spcPts val="1200"/>
              </a:spcBef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Les États d'immatriculation conservent la juridiction et le contrôle sur les objets lancés et les ressortissants nationaux</a:t>
            </a:r>
            <a:endParaRPr b="1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:push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0A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Application des règles relatives à l’exploitation des corps célestes"/>
          <p:cNvSpPr txBox="1"/>
          <p:nvPr/>
        </p:nvSpPr>
        <p:spPr>
          <a:xfrm>
            <a:off x="510095" y="3287267"/>
            <a:ext cx="11984610" cy="31790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432" tIns="27432" rIns="27432" bIns="27432">
            <a:spAutoFit/>
          </a:bodyPr>
          <a:lstStyle>
            <a:lvl1pPr algn="ctr">
              <a:defRPr b="1" sz="7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Application des règles relatives à l’exploitation des corps célestes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5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6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3A6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ZoneTexte 3"/>
          <p:cNvSpPr txBox="1"/>
          <p:nvPr/>
        </p:nvSpPr>
        <p:spPr>
          <a:xfrm>
            <a:off x="416370" y="1062549"/>
            <a:ext cx="12172060" cy="31409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Principe de non-interférence, non-dégradation et de non-contamination</a:t>
            </a:r>
          </a:p>
        </p:txBody>
      </p:sp>
      <p:sp>
        <p:nvSpPr>
          <p:cNvPr id="566" name="Connecteur droit 5"/>
          <p:cNvSpPr/>
          <p:nvPr/>
        </p:nvSpPr>
        <p:spPr>
          <a:xfrm>
            <a:off x="2851149" y="4761673"/>
            <a:ext cx="7302502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67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68" name="Arc 7"/>
          <p:cNvSpPr/>
          <p:nvPr/>
        </p:nvSpPr>
        <p:spPr>
          <a:xfrm rot="2549689">
            <a:off x="9067459" y="5720303"/>
            <a:ext cx="3330990" cy="325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69" name="ZoneTexte 9"/>
          <p:cNvSpPr txBox="1"/>
          <p:nvPr/>
        </p:nvSpPr>
        <p:spPr>
          <a:xfrm>
            <a:off x="9413973" y="6271314"/>
            <a:ext cx="2629511" cy="30774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L'importation de matériel biologique sur d'autres planètes est limité</a:t>
            </a:r>
          </a:p>
          <a:p>
            <a: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 </a:t>
            </a:r>
          </a:p>
        </p:txBody>
      </p:sp>
      <p:sp>
        <p:nvSpPr>
          <p:cNvPr id="570" name="ZoneTexte 4"/>
          <p:cNvSpPr txBox="1"/>
          <p:nvPr/>
        </p:nvSpPr>
        <p:spPr>
          <a:xfrm>
            <a:off x="4385849" y="5796079"/>
            <a:ext cx="4105179" cy="25694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Toute activité pouvant être préjudiciable doit être soumise à des consultations internationales préalables</a:t>
            </a:r>
          </a:p>
        </p:txBody>
      </p:sp>
      <p:sp>
        <p:nvSpPr>
          <p:cNvPr id="571" name="ZoneTexte 9"/>
          <p:cNvSpPr txBox="1"/>
          <p:nvPr/>
        </p:nvSpPr>
        <p:spPr>
          <a:xfrm>
            <a:off x="895825" y="6305748"/>
            <a:ext cx="2959977" cy="2721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26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Éviter les effets préjudiciables ou des modifications nocives de l'environnement spatial</a:t>
            </a:r>
          </a:p>
          <a:p>
            <a:pPr algn="ctr">
              <a:defRPr sz="26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14:prism dir="u" isContent="1" isInverted="0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7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500"/>
                            </p:stCondLst>
                            <p:childTnLst>
                              <p:par>
                                <p:cTn id="19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1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65" grpId="1"/>
      <p:bldP build="whole" bldLvl="1" animBg="1" rev="0" advAuto="0" spid="568" grpId="4"/>
      <p:bldP build="whole" bldLvl="1" animBg="1" rev="0" advAuto="0" spid="571" grpId="7"/>
      <p:bldP build="whole" bldLvl="1" animBg="1" rev="0" advAuto="0" spid="566" grpId="2"/>
      <p:bldP build="whole" bldLvl="1" animBg="1" rev="0" advAuto="0" spid="569" grpId="5"/>
      <p:bldP build="whole" bldLvl="1" animBg="1" rev="0" advAuto="0" spid="567" grpId="3"/>
      <p:bldP build="whole" bldLvl="1" animBg="1" rev="0" advAuto="0" spid="570" grpId="6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3A6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ZoneTexte 3"/>
          <p:cNvSpPr txBox="1"/>
          <p:nvPr/>
        </p:nvSpPr>
        <p:spPr>
          <a:xfrm>
            <a:off x="416370" y="1062549"/>
            <a:ext cx="12172060" cy="31409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6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Principe de transparence et de libre accès aux installations spatiales</a:t>
            </a:r>
          </a:p>
        </p:txBody>
      </p:sp>
      <p:sp>
        <p:nvSpPr>
          <p:cNvPr id="574" name="Connecteur droit 5"/>
          <p:cNvSpPr/>
          <p:nvPr/>
        </p:nvSpPr>
        <p:spPr>
          <a:xfrm>
            <a:off x="2851149" y="4761673"/>
            <a:ext cx="7302502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27432" tIns="27432" rIns="27432" bIns="27432"/>
          <a:lstStyle/>
          <a:p>
            <a:pPr/>
          </a:p>
        </p:txBody>
      </p:sp>
      <p:sp>
        <p:nvSpPr>
          <p:cNvPr id="575" name="Arc 6"/>
          <p:cNvSpPr/>
          <p:nvPr/>
        </p:nvSpPr>
        <p:spPr>
          <a:xfrm rot="2549689">
            <a:off x="755175" y="5711872"/>
            <a:ext cx="3249835" cy="32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76" name="Arc 7"/>
          <p:cNvSpPr/>
          <p:nvPr/>
        </p:nvSpPr>
        <p:spPr>
          <a:xfrm rot="2549689">
            <a:off x="9067459" y="5720303"/>
            <a:ext cx="3330990" cy="325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20964" fill="norm" stroke="1" extrusionOk="0">
                <a:moveTo>
                  <a:pt x="9189" y="20964"/>
                </a:moveTo>
                <a:lnTo>
                  <a:pt x="9189" y="20964"/>
                </a:lnTo>
                <a:cubicBezTo>
                  <a:pt x="3444" y="20246"/>
                  <a:pt x="-634" y="14990"/>
                  <a:pt x="81" y="9224"/>
                </a:cubicBezTo>
                <a:cubicBezTo>
                  <a:pt x="796" y="3457"/>
                  <a:pt x="6033" y="-636"/>
                  <a:pt x="11778" y="82"/>
                </a:cubicBezTo>
                <a:cubicBezTo>
                  <a:pt x="17026" y="737"/>
                  <a:pt x="20966" y="5214"/>
                  <a:pt x="20966" y="10523"/>
                </a:cubicBezTo>
              </a:path>
            </a:pathLst>
          </a:custGeom>
          <a:ln w="114300">
            <a:solidFill>
              <a:srgbClr val="FFFFFF"/>
            </a:solidFill>
            <a:miter/>
          </a:ln>
        </p:spPr>
        <p:txBody>
          <a:bodyPr lIns="27432" tIns="27432" rIns="27432" bIns="27432" anchor="ctr"/>
          <a:lstStyle/>
          <a:p>
            <a:pPr algn="ctr"/>
          </a:p>
        </p:txBody>
      </p:sp>
      <p:sp>
        <p:nvSpPr>
          <p:cNvPr id="577" name="ZoneTexte 9"/>
          <p:cNvSpPr txBox="1"/>
          <p:nvPr/>
        </p:nvSpPr>
        <p:spPr>
          <a:xfrm>
            <a:off x="9135367" y="6240597"/>
            <a:ext cx="3186723" cy="31028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26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Un système de contrôle mutuel des États est applicable aux activités menées sur les corps célestes</a:t>
            </a:r>
          </a:p>
          <a:p>
            <a:pPr algn="ctr">
              <a:defRPr sz="26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 </a:t>
            </a:r>
          </a:p>
        </p:txBody>
      </p:sp>
      <p:sp>
        <p:nvSpPr>
          <p:cNvPr id="578" name="ZoneTexte 4"/>
          <p:cNvSpPr txBox="1"/>
          <p:nvPr/>
        </p:nvSpPr>
        <p:spPr>
          <a:xfrm>
            <a:off x="4385849" y="5796079"/>
            <a:ext cx="4105179" cy="35092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pPr/>
            <a:r>
              <a:t>Le Secrétaire Général des Nations Unies a pour mission de collecter les informations transmises par les États</a:t>
            </a:r>
          </a:p>
        </p:txBody>
      </p:sp>
      <p:sp>
        <p:nvSpPr>
          <p:cNvPr id="579" name="ZoneTexte 9"/>
          <p:cNvSpPr txBox="1"/>
          <p:nvPr/>
        </p:nvSpPr>
        <p:spPr>
          <a:xfrm>
            <a:off x="844910" y="6106317"/>
            <a:ext cx="3061807" cy="30774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Toute information doit être accessible aux États et à la communauté scientifique</a:t>
            </a:r>
          </a:p>
          <a:p>
            <a:pPr algn="ctr">
              <a:defRPr sz="29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:push dir="u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0A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ZoneTexte 3"/>
          <p:cNvSpPr txBox="1"/>
          <p:nvPr/>
        </p:nvSpPr>
        <p:spPr>
          <a:xfrm>
            <a:off x="3359490" y="3468114"/>
            <a:ext cx="6285820" cy="3915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 algn="ctr">
              <a:defRPr sz="13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pPr>
            <a:r>
              <a:t>Merci</a:t>
            </a:r>
            <a:r>
              <a:t>, </a:t>
            </a:r>
          </a:p>
        </p:txBody>
      </p:sp>
      <p:sp>
        <p:nvSpPr>
          <p:cNvPr id="582" name="ZoneTexte 1"/>
          <p:cNvSpPr txBox="1"/>
          <p:nvPr/>
        </p:nvSpPr>
        <p:spPr>
          <a:xfrm>
            <a:off x="2095583" y="7993556"/>
            <a:ext cx="8813633" cy="20487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  <a:r>
              <a:t>Jeudi 11 Avril 2019 – Présentation par Louis Brule Naudet.</a:t>
            </a:r>
          </a:p>
          <a:p>
            <a:pPr algn="ctr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  <a:r>
              <a:t>Keynote proposée par Louis Brule Naudet.</a:t>
            </a:r>
          </a:p>
          <a:p>
            <a:pPr algn="ctr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  <a:p>
            <a:pPr algn="ctr" defTabSz="650240">
              <a:defRPr sz="1100">
                <a:solidFill>
                  <a:srgbClr val="41414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algn="ctr" defTabSz="650240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  <a:r>
              <a:t>L’appropriation, la gestion et l’exploitation des corps célestes</a:t>
            </a:r>
          </a:p>
          <a:p>
            <a:pPr algn="ctr" defTabSz="650240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  <a:p>
            <a:pPr algn="ctr" defTabSz="650240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  <a:r>
              <a:t>Source : Gennady Zhukov et Yuri Kolosov, International Space Law</a:t>
            </a:r>
          </a:p>
          <a:p>
            <a:pPr algn="ctr" defTabSz="650240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  <a:r>
              <a:t>“Droit de l’espace”, site internet wikipedia.fr</a:t>
            </a:r>
          </a:p>
          <a:p>
            <a:pPr algn="ctr" defTabSz="650240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  <a:r>
              <a:t>Seara M. Vasquez, Cosmic International Law.</a:t>
            </a:r>
          </a:p>
          <a:p>
            <a:pPr defTabSz="650240">
              <a:defRPr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  <a:r>
              <a:t>.</a:t>
            </a:r>
          </a:p>
          <a:p>
            <a:pPr algn="ctr">
              <a:defRPr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</p:txBody>
      </p:sp>
      <p:pic>
        <p:nvPicPr>
          <p:cNvPr id="583" name="Louis shared a drawing with you.png" descr="Louis shared a drawing with you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60787" y="611001"/>
            <a:ext cx="7483226" cy="7483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5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6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xit" nodeType="click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15" dur="2000" fill="hold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Class="exit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19" dur="3500" fill="hold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fill="hold">
                                          <p:stCondLst>
                                            <p:cond delay="3499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Class="entr" nodeType="afterEffect" presetSubtype="10" presetID="1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75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75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82" grpId="2"/>
      <p:bldP build="whole" bldLvl="1" animBg="1" rev="0" advAuto="0" spid="582" grpId="4"/>
      <p:bldP build="whole" bldLvl="1" animBg="1" rev="0" advAuto="0" spid="581" grpId="1"/>
      <p:bldP build="whole" bldLvl="1" animBg="1" rev="0" advAuto="0" spid="583" grpId="5"/>
      <p:bldP build="whole" bldLvl="1" animBg="1" rev="0" advAuto="0" spid="581" grpId="3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Thème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27432" tIns="27432" rIns="27432" bIns="27432" numCol="1" spcCol="38100" rtlCol="0" anchor="ctr" upright="0">
        <a:spAutoFit/>
      </a:bodyPr>
      <a:lstStyle>
        <a:defPPr marL="0" marR="0" indent="0" algn="l" defTabSz="1300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432" tIns="27432" rIns="27432" bIns="27432" numCol="1" spcCol="38100" rtlCol="0" anchor="t" upright="0">
        <a:spAutoFit/>
      </a:bodyPr>
      <a:lstStyle>
        <a:defPPr marL="0" marR="0" indent="0" algn="l" defTabSz="1300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Thème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27432" tIns="27432" rIns="27432" bIns="27432" numCol="1" spcCol="38100" rtlCol="0" anchor="ctr" upright="0">
        <a:spAutoFit/>
      </a:bodyPr>
      <a:lstStyle>
        <a:defPPr marL="0" marR="0" indent="0" algn="l" defTabSz="1300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432" tIns="27432" rIns="27432" bIns="27432" numCol="1" spcCol="38100" rtlCol="0" anchor="t" upright="0">
        <a:spAutoFit/>
      </a:bodyPr>
      <a:lstStyle>
        <a:defPPr marL="0" marR="0" indent="0" algn="l" defTabSz="13004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